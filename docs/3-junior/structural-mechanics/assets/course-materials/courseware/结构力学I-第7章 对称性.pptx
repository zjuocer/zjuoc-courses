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4" r:id="rId1"/>
    <p:sldMasterId id="2147483820" r:id="rId2"/>
    <p:sldMasterId id="2147483796" r:id="rId3"/>
    <p:sldMasterId id="2147483808" r:id="rId4"/>
  </p:sldMasterIdLst>
  <p:notesMasterIdLst>
    <p:notesMasterId r:id="rId15"/>
  </p:notesMasterIdLst>
  <p:sldIdLst>
    <p:sldId id="334" r:id="rId5"/>
    <p:sldId id="335" r:id="rId6"/>
    <p:sldId id="336" r:id="rId7"/>
    <p:sldId id="337" r:id="rId8"/>
    <p:sldId id="338" r:id="rId9"/>
    <p:sldId id="339" r:id="rId10"/>
    <p:sldId id="340" r:id="rId11"/>
    <p:sldId id="341" r:id="rId12"/>
    <p:sldId id="342" r:id="rId13"/>
    <p:sldId id="345" r:id="rId1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20AB"/>
    <a:srgbClr val="0000FF"/>
    <a:srgbClr val="FF3399"/>
    <a:srgbClr val="9999FF"/>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62" autoAdjust="0"/>
    <p:restoredTop sz="94660"/>
  </p:normalViewPr>
  <p:slideViewPr>
    <p:cSldViewPr>
      <p:cViewPr varScale="1">
        <p:scale>
          <a:sx n="78" d="100"/>
          <a:sy n="78" d="100"/>
        </p:scale>
        <p:origin x="1531" y="72"/>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C4C0A4F-6965-47C4-AA22-49C016992D9D}" type="datetimeFigureOut">
              <a:rPr lang="zh-CN" altLang="en-US" smtClean="0"/>
              <a:pPr/>
              <a:t>2021/12/23</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56CADB-65D5-45D1-ACB1-61FEC89783DE}" type="slidenum">
              <a:rPr lang="zh-CN" altLang="en-US" smtClean="0"/>
              <a:pPr/>
              <a:t>‹#›</a:t>
            </a:fld>
            <a:endParaRPr lang="zh-CN" altLang="en-US"/>
          </a:p>
        </p:txBody>
      </p:sp>
    </p:spTree>
    <p:extLst>
      <p:ext uri="{BB962C8B-B14F-4D97-AF65-F5344CB8AC3E}">
        <p14:creationId xmlns:p14="http://schemas.microsoft.com/office/powerpoint/2010/main" val="2189042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 descr="1"/>
          <p:cNvPicPr>
            <a:picLocks noChangeAspect="1" noChangeArrowheads="1"/>
          </p:cNvPicPr>
          <p:nvPr/>
        </p:nvPicPr>
        <p:blipFill>
          <a:blip r:embed="rId2" cstate="print"/>
          <a:srcRect/>
          <a:stretch>
            <a:fillRect/>
          </a:stretch>
        </p:blipFill>
        <p:spPr bwMode="auto">
          <a:xfrm>
            <a:off x="0" y="-25400"/>
            <a:ext cx="9144000" cy="6883400"/>
          </a:xfrm>
          <a:prstGeom prst="rect">
            <a:avLst/>
          </a:prstGeom>
          <a:noFill/>
          <a:ln w="9525">
            <a:noFill/>
            <a:miter lim="800000"/>
            <a:headEnd/>
            <a:tailEnd/>
          </a:ln>
        </p:spPr>
      </p:pic>
      <p:pic>
        <p:nvPicPr>
          <p:cNvPr id="5" name="Picture 3" descr="2"/>
          <p:cNvPicPr>
            <a:picLocks noChangeAspect="1" noChangeArrowheads="1"/>
          </p:cNvPicPr>
          <p:nvPr/>
        </p:nvPicPr>
        <p:blipFill>
          <a:blip r:embed="rId3" cstate="print"/>
          <a:srcRect/>
          <a:stretch>
            <a:fillRect/>
          </a:stretch>
        </p:blipFill>
        <p:spPr bwMode="auto">
          <a:xfrm>
            <a:off x="0" y="3030538"/>
            <a:ext cx="9144000" cy="3827462"/>
          </a:xfrm>
          <a:prstGeom prst="rect">
            <a:avLst/>
          </a:prstGeom>
          <a:noFill/>
          <a:ln w="9525">
            <a:noFill/>
            <a:miter lim="800000"/>
            <a:headEnd/>
            <a:tailEnd/>
          </a:ln>
        </p:spPr>
      </p:pic>
      <p:sp>
        <p:nvSpPr>
          <p:cNvPr id="7" name="Rectangle 5"/>
          <p:cNvSpPr txBox="1">
            <a:spLocks noChangeArrowheads="1"/>
          </p:cNvSpPr>
          <p:nvPr/>
        </p:nvSpPr>
        <p:spPr bwMode="auto">
          <a:xfrm>
            <a:off x="6372200" y="5877272"/>
            <a:ext cx="2303488" cy="864096"/>
          </a:xfrm>
          <a:prstGeom prst="rect">
            <a:avLst/>
          </a:prstGeom>
          <a:noFill/>
          <a:ln w="9525">
            <a:noFill/>
            <a:miter lim="800000"/>
            <a:headEnd/>
            <a:tailEnd/>
          </a:ln>
        </p:spPr>
        <p:txBody>
          <a:bodyPr lIns="0" rIns="0"/>
          <a:lstStyle/>
          <a:p>
            <a:pPr eaLnBrk="0" hangingPunct="0">
              <a:lnSpc>
                <a:spcPct val="100000"/>
              </a:lnSpc>
              <a:spcBef>
                <a:spcPts val="300"/>
              </a:spcBef>
              <a:spcAft>
                <a:spcPts val="300"/>
              </a:spcAft>
              <a:buClr>
                <a:schemeClr val="accent1"/>
              </a:buClr>
              <a:defRPr/>
            </a:pPr>
            <a:r>
              <a:rPr lang="zh-CN" altLang="en-US" sz="1400" b="1" noProof="1">
                <a:solidFill>
                  <a:schemeClr val="bg1"/>
                </a:solidFill>
              </a:rPr>
              <a:t>浙江大学海洋学院</a:t>
            </a:r>
            <a:endParaRPr lang="en-US" altLang="zh-CN" sz="1400" b="1" noProof="1">
              <a:solidFill>
                <a:schemeClr val="bg1"/>
              </a:solidFill>
            </a:endParaRPr>
          </a:p>
          <a:p>
            <a:pPr eaLnBrk="0" hangingPunct="0">
              <a:lnSpc>
                <a:spcPct val="100000"/>
              </a:lnSpc>
              <a:spcBef>
                <a:spcPts val="0"/>
              </a:spcBef>
              <a:spcAft>
                <a:spcPts val="300"/>
              </a:spcAft>
              <a:buClr>
                <a:schemeClr val="accent1"/>
              </a:buClr>
              <a:defRPr/>
            </a:pPr>
            <a:r>
              <a:rPr lang="en-US" altLang="zh-CN" sz="1400" b="0" noProof="1">
                <a:solidFill>
                  <a:schemeClr val="bg1"/>
                </a:solidFill>
              </a:rPr>
              <a:t> Tel :</a:t>
            </a:r>
          </a:p>
          <a:p>
            <a:pPr eaLnBrk="0" hangingPunct="0">
              <a:lnSpc>
                <a:spcPct val="100000"/>
              </a:lnSpc>
              <a:spcBef>
                <a:spcPts val="0"/>
              </a:spcBef>
              <a:spcAft>
                <a:spcPts val="300"/>
              </a:spcAft>
              <a:buClr>
                <a:schemeClr val="accent1"/>
              </a:buClr>
              <a:defRPr/>
            </a:pPr>
            <a:r>
              <a:rPr lang="en-US" altLang="zh-CN" sz="1400" b="0" noProof="1">
                <a:solidFill>
                  <a:schemeClr val="bg1"/>
                </a:solidFill>
              </a:rPr>
              <a:t>Email</a:t>
            </a:r>
            <a:r>
              <a:rPr lang="zh-CN" altLang="en-US" sz="1400" b="0" noProof="1">
                <a:solidFill>
                  <a:schemeClr val="bg1"/>
                </a:solidFill>
              </a:rPr>
              <a:t>：</a:t>
            </a:r>
            <a:endParaRPr lang="en-US" altLang="en-US" sz="1400" b="0" noProof="1">
              <a:solidFill>
                <a:schemeClr val="bg1"/>
              </a:solidFill>
            </a:endParaRPr>
          </a:p>
        </p:txBody>
      </p:sp>
      <p:sp>
        <p:nvSpPr>
          <p:cNvPr id="2053" name="Rectangle 27"/>
          <p:cNvSpPr>
            <a:spLocks noGrp="1" noChangeArrowheads="1"/>
          </p:cNvSpPr>
          <p:nvPr>
            <p:ph type="ctrTitle"/>
          </p:nvPr>
        </p:nvSpPr>
        <p:spPr>
          <a:xfrm>
            <a:off x="468313" y="4365625"/>
            <a:ext cx="8207375" cy="960438"/>
          </a:xfrm>
          <a:ln w="9525"/>
        </p:spPr>
        <p:txBody>
          <a:bodyPr/>
          <a:lstStyle>
            <a:lvl1pPr>
              <a:defRPr sz="3400"/>
            </a:lvl1pPr>
          </a:lstStyle>
          <a:p>
            <a:r>
              <a:rPr lang="en-US" altLang="zh-CN"/>
              <a:t>Click to edit Master title style</a:t>
            </a:r>
            <a:endParaRPr lang="zh-CN"/>
          </a:p>
        </p:txBody>
      </p:sp>
      <p:sp>
        <p:nvSpPr>
          <p:cNvPr id="2054" name="Rectangle 31"/>
          <p:cNvSpPr>
            <a:spLocks noGrp="1" noChangeArrowheads="1"/>
          </p:cNvSpPr>
          <p:nvPr>
            <p:ph type="subTitle" idx="1"/>
          </p:nvPr>
        </p:nvSpPr>
        <p:spPr>
          <a:xfrm>
            <a:off x="683568" y="5326063"/>
            <a:ext cx="7776864" cy="407987"/>
          </a:xfrm>
        </p:spPr>
        <p:txBody>
          <a:bodyPr anchor="ctr"/>
          <a:lstStyle>
            <a:lvl1pPr marL="0" indent="0" algn="ctr">
              <a:buFont typeface="Wingdings" pitchFamily="2" charset="2"/>
              <a:buNone/>
              <a:defRPr sz="1800">
                <a:solidFill>
                  <a:schemeClr val="bg1"/>
                </a:solidFill>
              </a:defRPr>
            </a:lvl1pPr>
          </a:lstStyle>
          <a:p>
            <a:r>
              <a:rPr lang="en-US" altLang="zh-CN"/>
              <a:t>Click to edit Master subtitle style</a:t>
            </a:r>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1143000"/>
          </a:xfrm>
        </p:spPr>
        <p:txBody>
          <a:bodyPr/>
          <a:lstStyle/>
          <a:p>
            <a:r>
              <a:rPr lang="en-US" altLang="zh-CN"/>
              <a:t>Click to edit Master title style</a:t>
            </a:r>
            <a:endParaRPr lang="zh-CN" altLang="en-US"/>
          </a:p>
        </p:txBody>
      </p:sp>
      <p:sp>
        <p:nvSpPr>
          <p:cNvPr id="3" name="内容占位符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dirty="0"/>
          </a:p>
        </p:txBody>
      </p:sp>
      <p:pic>
        <p:nvPicPr>
          <p:cNvPr id="49156" name="Picture 4" descr="E:\Pictures\Logo.png"/>
          <p:cNvPicPr>
            <a:picLocks noChangeAspect="1" noChangeArrowheads="1"/>
          </p:cNvPicPr>
          <p:nvPr userDrawn="1"/>
        </p:nvPicPr>
        <p:blipFill>
          <a:blip r:embed="rId2" cstate="print"/>
          <a:srcRect/>
          <a:stretch>
            <a:fillRect/>
          </a:stretch>
        </p:blipFill>
        <p:spPr bwMode="auto">
          <a:xfrm>
            <a:off x="251520" y="188640"/>
            <a:ext cx="1656184" cy="818857"/>
          </a:xfrm>
          <a:prstGeom prst="rect">
            <a:avLst/>
          </a:prstGeom>
          <a:noFill/>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en-US" altLang="zh-CN"/>
              <a:t>Click to edit Master title style</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CN"/>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内容占位符 2"/>
          <p:cNvSpPr>
            <a:spLocks noGrp="1"/>
          </p:cNvSpPr>
          <p:nvPr>
            <p:ph sz="half" idx="1"/>
          </p:nvPr>
        </p:nvSpPr>
        <p:spPr>
          <a:xfrm>
            <a:off x="468313" y="1268413"/>
            <a:ext cx="4027487" cy="50403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内容占位符 3"/>
          <p:cNvSpPr>
            <a:spLocks noGrp="1"/>
          </p:cNvSpPr>
          <p:nvPr>
            <p:ph sz="half" idx="2"/>
          </p:nvPr>
        </p:nvSpPr>
        <p:spPr>
          <a:xfrm>
            <a:off x="4648200" y="1268413"/>
            <a:ext cx="4027488" cy="50403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en-US" altLang="zh-CN"/>
              <a:t>Click to edit Master title style</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en-US" altLang="zh-CN"/>
              <a:t>Click to edit Master title style</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en-US" altLang="zh-CN"/>
              <a:t>Click to edit Master title style</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CN" noProof="0"/>
              <a:t>Click icon to add picture</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竖排文字占位符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6034087"/>
          </a:xfrm>
        </p:spPr>
        <p:txBody>
          <a:bodyPr vert="eaVert"/>
          <a:lstStyle/>
          <a:p>
            <a:r>
              <a:rPr lang="en-US" altLang="zh-CN"/>
              <a:t>Click to edit Master title style</a:t>
            </a:r>
            <a:endParaRPr lang="zh-CN" altLang="en-US"/>
          </a:p>
        </p:txBody>
      </p:sp>
      <p:sp>
        <p:nvSpPr>
          <p:cNvPr id="3" name="竖排文字占位符 2"/>
          <p:cNvSpPr>
            <a:spLocks noGrp="1"/>
          </p:cNvSpPr>
          <p:nvPr>
            <p:ph type="body" orient="vert" idx="1"/>
          </p:nvPr>
        </p:nvSpPr>
        <p:spPr>
          <a:xfrm>
            <a:off x="457200" y="274638"/>
            <a:ext cx="6019800" cy="6034087"/>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46B5646-6F12-4EA7-A851-58FB2AB3F30B}" type="datetime11">
              <a:rPr lang="zh-CN" altLang="en-US" smtClean="0"/>
              <a:t>17:02:35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26379487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6EF15EE-8070-43B0-B15A-25AB95878380}" type="datetime11">
              <a:rPr lang="zh-CN" altLang="en-US" smtClean="0"/>
              <a:t>17:02:35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42473292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638AF93-5A19-403D-8BE6-3A7FC2EEE554}" type="datetime11">
              <a:rPr lang="zh-CN" altLang="en-US" smtClean="0"/>
              <a:t>17:02:35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38734878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033378A-562F-47D4-A04E-62FEEDC3192D}" type="datetime11">
              <a:rPr lang="zh-CN" altLang="en-US" smtClean="0"/>
              <a:t>17:02:35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35785638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E9CDA24-3D7C-4AD4-9766-295C421C75A6}" type="datetime11">
              <a:rPr lang="zh-CN" altLang="en-US" smtClean="0"/>
              <a:t>17:02:35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41698064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F484275-9A86-4B5C-A988-6C0AF20A75CD}" type="datetime11">
              <a:rPr lang="zh-CN" altLang="en-US" smtClean="0"/>
              <a:t>17:02:35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8163911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47F0C41-EC05-48E4-97F6-8A41B8679B89}" type="datetime11">
              <a:rPr lang="zh-CN" altLang="en-US" smtClean="0"/>
              <a:t>17:02:35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17450220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26AC8B9-5FF1-4BAB-9F02-CFA3199E8A06}" type="datetime11">
              <a:rPr lang="zh-CN" altLang="en-US" smtClean="0"/>
              <a:t>17:02:35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12647693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A348A47-8E30-4E5A-B316-DEF4ED1B838D}" type="datetime11">
              <a:rPr lang="zh-CN" altLang="en-US" smtClean="0"/>
              <a:t>17:02:35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29818458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B47561A-908F-4680-A081-1B9E54B76997}" type="datetime11">
              <a:rPr lang="zh-CN" altLang="en-US" smtClean="0"/>
              <a:t>17:02:35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4927986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87F031B-70A2-409F-9E6A-FA01B55B458E}" type="datetime11">
              <a:rPr lang="zh-CN" altLang="en-US" smtClean="0"/>
              <a:t>17:02:35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23217584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6"/>
          <p:cNvSpPr>
            <a:spLocks noGrp="1" noChangeArrowheads="1"/>
          </p:cNvSpPr>
          <p:nvPr>
            <p:ph type="dt" sz="half" idx="10"/>
          </p:nvPr>
        </p:nvSpPr>
        <p:spPr>
          <a:ln/>
        </p:spPr>
        <p:txBody>
          <a:bodyPr/>
          <a:lstStyle>
            <a:lvl1pPr>
              <a:defRPr/>
            </a:lvl1pPr>
          </a:lstStyle>
          <a:p>
            <a:pPr>
              <a:defRPr/>
            </a:pPr>
            <a:fld id="{86788FC4-7553-4F01-8BD5-4B1B77F44504}" type="datetime11">
              <a:rPr lang="zh-CN" altLang="en-US" smtClean="0"/>
              <a:t>17:02:35</a:t>
            </a:fld>
            <a:endParaRPr lang="zh-CN" altLang="en-US"/>
          </a:p>
        </p:txBody>
      </p:sp>
      <p:sp>
        <p:nvSpPr>
          <p:cNvPr id="5" name="Rectangle 7"/>
          <p:cNvSpPr>
            <a:spLocks noGrp="1" noChangeArrowheads="1"/>
          </p:cNvSpPr>
          <p:nvPr>
            <p:ph type="sldNum" sz="quarter" idx="11"/>
          </p:nvPr>
        </p:nvSpPr>
        <p:spPr>
          <a:ln/>
        </p:spPr>
        <p:txBody>
          <a:bodyPr/>
          <a:lstStyle>
            <a:lvl1pPr>
              <a:defRPr/>
            </a:lvl1pPr>
          </a:lstStyle>
          <a:p>
            <a:pPr>
              <a:defRPr/>
            </a:pPr>
            <a:fld id="{BB0CC364-1BA5-41B9-AB2A-AED99E06F6D9}" type="slidenum">
              <a:rPr lang="zh-CN" altLang="zh-CN"/>
              <a:pPr>
                <a:defRPr/>
              </a:pPr>
              <a:t>‹#›</a:t>
            </a:fld>
            <a:endParaRPr lang="zh-CN" altLang="zh-CN"/>
          </a:p>
        </p:txBody>
      </p:sp>
      <p:sp>
        <p:nvSpPr>
          <p:cNvPr id="6"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dt" sz="half" idx="10"/>
          </p:nvPr>
        </p:nvSpPr>
        <p:spPr>
          <a:ln/>
        </p:spPr>
        <p:txBody>
          <a:bodyPr/>
          <a:lstStyle>
            <a:lvl1pPr>
              <a:defRPr/>
            </a:lvl1pPr>
          </a:lstStyle>
          <a:p>
            <a:pPr>
              <a:defRPr/>
            </a:pPr>
            <a:fld id="{CA6B7A47-6463-43FC-A920-9BF0C01127C7}" type="datetime11">
              <a:rPr lang="zh-CN" altLang="en-US" smtClean="0"/>
              <a:t>17:02:35</a:t>
            </a:fld>
            <a:endParaRPr lang="zh-CN" altLang="en-US"/>
          </a:p>
        </p:txBody>
      </p:sp>
      <p:sp>
        <p:nvSpPr>
          <p:cNvPr id="5" name="Rectangle 7"/>
          <p:cNvSpPr>
            <a:spLocks noGrp="1" noChangeArrowheads="1"/>
          </p:cNvSpPr>
          <p:nvPr>
            <p:ph type="sldNum" sz="quarter" idx="11"/>
          </p:nvPr>
        </p:nvSpPr>
        <p:spPr>
          <a:ln/>
        </p:spPr>
        <p:txBody>
          <a:bodyPr/>
          <a:lstStyle>
            <a:lvl1pPr>
              <a:defRPr/>
            </a:lvl1pPr>
          </a:lstStyle>
          <a:p>
            <a:pPr>
              <a:defRPr/>
            </a:pPr>
            <a:fld id="{AC2FE7BF-FC50-4631-86B5-C40F6148C3BD}" type="slidenum">
              <a:rPr lang="zh-CN" altLang="zh-CN"/>
              <a:pPr>
                <a:defRPr/>
              </a:pPr>
              <a:t>‹#›</a:t>
            </a:fld>
            <a:endParaRPr lang="zh-CN" altLang="zh-CN"/>
          </a:p>
        </p:txBody>
      </p:sp>
      <p:sp>
        <p:nvSpPr>
          <p:cNvPr id="6"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dt" sz="half" idx="10"/>
          </p:nvPr>
        </p:nvSpPr>
        <p:spPr>
          <a:ln/>
        </p:spPr>
        <p:txBody>
          <a:bodyPr/>
          <a:lstStyle>
            <a:lvl1pPr>
              <a:defRPr/>
            </a:lvl1pPr>
          </a:lstStyle>
          <a:p>
            <a:pPr>
              <a:defRPr/>
            </a:pPr>
            <a:fld id="{9827060D-86D9-4608-9352-0B621FCD55B1}" type="datetime11">
              <a:rPr lang="zh-CN" altLang="en-US" smtClean="0"/>
              <a:t>17:02:35</a:t>
            </a:fld>
            <a:endParaRPr lang="zh-CN" altLang="en-US"/>
          </a:p>
        </p:txBody>
      </p:sp>
      <p:sp>
        <p:nvSpPr>
          <p:cNvPr id="5" name="Rectangle 7"/>
          <p:cNvSpPr>
            <a:spLocks noGrp="1" noChangeArrowheads="1"/>
          </p:cNvSpPr>
          <p:nvPr>
            <p:ph type="sldNum" sz="quarter" idx="11"/>
          </p:nvPr>
        </p:nvSpPr>
        <p:spPr>
          <a:ln/>
        </p:spPr>
        <p:txBody>
          <a:bodyPr/>
          <a:lstStyle>
            <a:lvl1pPr>
              <a:defRPr/>
            </a:lvl1pPr>
          </a:lstStyle>
          <a:p>
            <a:pPr>
              <a:defRPr/>
            </a:pPr>
            <a:fld id="{054FC075-4888-4507-A2A3-28BF2AB6BA3D}" type="slidenum">
              <a:rPr lang="zh-CN" altLang="zh-CN"/>
              <a:pPr>
                <a:defRPr/>
              </a:pPr>
              <a:t>‹#›</a:t>
            </a:fld>
            <a:endParaRPr lang="zh-CN" altLang="zh-CN"/>
          </a:p>
        </p:txBody>
      </p:sp>
      <p:sp>
        <p:nvSpPr>
          <p:cNvPr id="6"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dt" sz="half" idx="10"/>
          </p:nvPr>
        </p:nvSpPr>
        <p:spPr>
          <a:ln/>
        </p:spPr>
        <p:txBody>
          <a:bodyPr/>
          <a:lstStyle>
            <a:lvl1pPr>
              <a:defRPr/>
            </a:lvl1pPr>
          </a:lstStyle>
          <a:p>
            <a:pPr>
              <a:defRPr/>
            </a:pPr>
            <a:fld id="{BB0E6124-32BA-40D1-9233-D1AA882C4954}" type="datetime11">
              <a:rPr lang="zh-CN" altLang="en-US" smtClean="0"/>
              <a:t>17:02:35</a:t>
            </a:fld>
            <a:endParaRPr lang="zh-CN" altLang="en-US"/>
          </a:p>
        </p:txBody>
      </p:sp>
      <p:sp>
        <p:nvSpPr>
          <p:cNvPr id="6" name="Rectangle 7"/>
          <p:cNvSpPr>
            <a:spLocks noGrp="1" noChangeArrowheads="1"/>
          </p:cNvSpPr>
          <p:nvPr>
            <p:ph type="sldNum" sz="quarter" idx="11"/>
          </p:nvPr>
        </p:nvSpPr>
        <p:spPr>
          <a:ln/>
        </p:spPr>
        <p:txBody>
          <a:bodyPr/>
          <a:lstStyle>
            <a:lvl1pPr>
              <a:defRPr/>
            </a:lvl1pPr>
          </a:lstStyle>
          <a:p>
            <a:pPr>
              <a:defRPr/>
            </a:pPr>
            <a:fld id="{424A21DF-7FF8-481C-8F91-FD6CD142DE13}" type="slidenum">
              <a:rPr lang="zh-CN" altLang="zh-CN"/>
              <a:pPr>
                <a:defRPr/>
              </a:pPr>
              <a:t>‹#›</a:t>
            </a:fld>
            <a:endParaRPr lang="zh-CN" altLang="zh-CN"/>
          </a:p>
        </p:txBody>
      </p:sp>
      <p:sp>
        <p:nvSpPr>
          <p:cNvPr id="7"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dt" sz="half" idx="10"/>
          </p:nvPr>
        </p:nvSpPr>
        <p:spPr>
          <a:ln/>
        </p:spPr>
        <p:txBody>
          <a:bodyPr/>
          <a:lstStyle>
            <a:lvl1pPr>
              <a:defRPr/>
            </a:lvl1pPr>
          </a:lstStyle>
          <a:p>
            <a:pPr>
              <a:defRPr/>
            </a:pPr>
            <a:fld id="{61A59717-8866-4C1F-95D7-091346EF64AA}" type="datetime11">
              <a:rPr lang="zh-CN" altLang="en-US" smtClean="0"/>
              <a:t>17:02:35</a:t>
            </a:fld>
            <a:endParaRPr lang="zh-CN" altLang="en-US"/>
          </a:p>
        </p:txBody>
      </p:sp>
      <p:sp>
        <p:nvSpPr>
          <p:cNvPr id="8" name="Rectangle 7"/>
          <p:cNvSpPr>
            <a:spLocks noGrp="1" noChangeArrowheads="1"/>
          </p:cNvSpPr>
          <p:nvPr>
            <p:ph type="sldNum" sz="quarter" idx="11"/>
          </p:nvPr>
        </p:nvSpPr>
        <p:spPr>
          <a:ln/>
        </p:spPr>
        <p:txBody>
          <a:bodyPr/>
          <a:lstStyle>
            <a:lvl1pPr>
              <a:defRPr/>
            </a:lvl1pPr>
          </a:lstStyle>
          <a:p>
            <a:pPr>
              <a:defRPr/>
            </a:pPr>
            <a:fld id="{0240C862-EC86-4931-94EC-917C8D8D0F5E}" type="slidenum">
              <a:rPr lang="zh-CN" altLang="zh-CN"/>
              <a:pPr>
                <a:defRPr/>
              </a:pPr>
              <a:t>‹#›</a:t>
            </a:fld>
            <a:endParaRPr lang="zh-CN" altLang="zh-CN"/>
          </a:p>
        </p:txBody>
      </p:sp>
      <p:sp>
        <p:nvSpPr>
          <p:cNvPr id="9"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dt" sz="half" idx="10"/>
          </p:nvPr>
        </p:nvSpPr>
        <p:spPr>
          <a:ln/>
        </p:spPr>
        <p:txBody>
          <a:bodyPr/>
          <a:lstStyle>
            <a:lvl1pPr>
              <a:defRPr/>
            </a:lvl1pPr>
          </a:lstStyle>
          <a:p>
            <a:pPr>
              <a:defRPr/>
            </a:pPr>
            <a:fld id="{3931D904-2BD5-48A5-8A87-20518D09B213}" type="datetime11">
              <a:rPr lang="zh-CN" altLang="en-US" smtClean="0"/>
              <a:t>17:02:35</a:t>
            </a:fld>
            <a:endParaRPr lang="zh-CN" altLang="en-US"/>
          </a:p>
        </p:txBody>
      </p:sp>
      <p:sp>
        <p:nvSpPr>
          <p:cNvPr id="4" name="Rectangle 7"/>
          <p:cNvSpPr>
            <a:spLocks noGrp="1" noChangeArrowheads="1"/>
          </p:cNvSpPr>
          <p:nvPr>
            <p:ph type="sldNum" sz="quarter" idx="11"/>
          </p:nvPr>
        </p:nvSpPr>
        <p:spPr>
          <a:ln/>
        </p:spPr>
        <p:txBody>
          <a:bodyPr/>
          <a:lstStyle>
            <a:lvl1pPr>
              <a:defRPr/>
            </a:lvl1pPr>
          </a:lstStyle>
          <a:p>
            <a:pPr>
              <a:defRPr/>
            </a:pPr>
            <a:fld id="{187BCD9F-BD44-4EF6-BE82-AAE783C43501}" type="slidenum">
              <a:rPr lang="zh-CN" altLang="zh-CN"/>
              <a:pPr>
                <a:defRPr/>
              </a:pPr>
              <a:t>‹#›</a:t>
            </a:fld>
            <a:endParaRPr lang="zh-CN" altLang="zh-CN"/>
          </a:p>
        </p:txBody>
      </p:sp>
      <p:sp>
        <p:nvSpPr>
          <p:cNvPr id="5"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pPr>
              <a:defRPr/>
            </a:pPr>
            <a:fld id="{A742B89A-D76B-449B-AFDA-C36242952406}" type="datetime11">
              <a:rPr lang="zh-CN" altLang="en-US" smtClean="0"/>
              <a:t>17:02:35</a:t>
            </a:fld>
            <a:endParaRPr lang="zh-CN" altLang="en-US"/>
          </a:p>
        </p:txBody>
      </p:sp>
      <p:sp>
        <p:nvSpPr>
          <p:cNvPr id="3" name="Rectangle 7"/>
          <p:cNvSpPr>
            <a:spLocks noGrp="1" noChangeArrowheads="1"/>
          </p:cNvSpPr>
          <p:nvPr>
            <p:ph type="sldNum" sz="quarter" idx="11"/>
          </p:nvPr>
        </p:nvSpPr>
        <p:spPr>
          <a:ln/>
        </p:spPr>
        <p:txBody>
          <a:bodyPr/>
          <a:lstStyle>
            <a:lvl1pPr>
              <a:defRPr/>
            </a:lvl1pPr>
          </a:lstStyle>
          <a:p>
            <a:pPr>
              <a:defRPr/>
            </a:pPr>
            <a:fld id="{61C52EBF-F81B-48B6-BE4D-26C1D1B6B6E3}" type="slidenum">
              <a:rPr lang="zh-CN" altLang="zh-CN"/>
              <a:pPr>
                <a:defRPr/>
              </a:pPr>
              <a:t>‹#›</a:t>
            </a:fld>
            <a:endParaRPr lang="zh-CN" altLang="zh-CN"/>
          </a:p>
        </p:txBody>
      </p:sp>
      <p:sp>
        <p:nvSpPr>
          <p:cNvPr id="4"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dt" sz="half" idx="10"/>
          </p:nvPr>
        </p:nvSpPr>
        <p:spPr>
          <a:ln/>
        </p:spPr>
        <p:txBody>
          <a:bodyPr/>
          <a:lstStyle>
            <a:lvl1pPr>
              <a:defRPr/>
            </a:lvl1pPr>
          </a:lstStyle>
          <a:p>
            <a:pPr>
              <a:defRPr/>
            </a:pPr>
            <a:fld id="{669CC86E-0E81-4BB7-89AF-73C95E6B00D0}" type="datetime11">
              <a:rPr lang="zh-CN" altLang="en-US" smtClean="0"/>
              <a:t>17:02:35</a:t>
            </a:fld>
            <a:endParaRPr lang="zh-CN" altLang="en-US"/>
          </a:p>
        </p:txBody>
      </p:sp>
      <p:sp>
        <p:nvSpPr>
          <p:cNvPr id="6" name="Rectangle 7"/>
          <p:cNvSpPr>
            <a:spLocks noGrp="1" noChangeArrowheads="1"/>
          </p:cNvSpPr>
          <p:nvPr>
            <p:ph type="sldNum" sz="quarter" idx="11"/>
          </p:nvPr>
        </p:nvSpPr>
        <p:spPr>
          <a:ln/>
        </p:spPr>
        <p:txBody>
          <a:bodyPr/>
          <a:lstStyle>
            <a:lvl1pPr>
              <a:defRPr/>
            </a:lvl1pPr>
          </a:lstStyle>
          <a:p>
            <a:pPr>
              <a:defRPr/>
            </a:pPr>
            <a:fld id="{1C8539A8-602D-4E51-B413-7D3049688621}" type="slidenum">
              <a:rPr lang="zh-CN" altLang="zh-CN"/>
              <a:pPr>
                <a:defRPr/>
              </a:pPr>
              <a:t>‹#›</a:t>
            </a:fld>
            <a:endParaRPr lang="zh-CN" altLang="zh-CN"/>
          </a:p>
        </p:txBody>
      </p:sp>
      <p:sp>
        <p:nvSpPr>
          <p:cNvPr id="7"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dt" sz="half" idx="10"/>
          </p:nvPr>
        </p:nvSpPr>
        <p:spPr>
          <a:ln/>
        </p:spPr>
        <p:txBody>
          <a:bodyPr/>
          <a:lstStyle>
            <a:lvl1pPr>
              <a:defRPr/>
            </a:lvl1pPr>
          </a:lstStyle>
          <a:p>
            <a:pPr>
              <a:defRPr/>
            </a:pPr>
            <a:fld id="{01EA1F1B-C707-4803-A4B3-558EC62F1D0A}" type="datetime11">
              <a:rPr lang="zh-CN" altLang="en-US" smtClean="0"/>
              <a:t>17:02:35</a:t>
            </a:fld>
            <a:endParaRPr lang="zh-CN" altLang="en-US"/>
          </a:p>
        </p:txBody>
      </p:sp>
      <p:sp>
        <p:nvSpPr>
          <p:cNvPr id="6" name="Rectangle 7"/>
          <p:cNvSpPr>
            <a:spLocks noGrp="1" noChangeArrowheads="1"/>
          </p:cNvSpPr>
          <p:nvPr>
            <p:ph type="sldNum" sz="quarter" idx="11"/>
          </p:nvPr>
        </p:nvSpPr>
        <p:spPr>
          <a:ln/>
        </p:spPr>
        <p:txBody>
          <a:bodyPr/>
          <a:lstStyle>
            <a:lvl1pPr>
              <a:defRPr/>
            </a:lvl1pPr>
          </a:lstStyle>
          <a:p>
            <a:pPr>
              <a:defRPr/>
            </a:pPr>
            <a:fld id="{76C80078-58AC-4D3E-ABE4-9AC19CDC29F3}" type="slidenum">
              <a:rPr lang="zh-CN" altLang="zh-CN"/>
              <a:pPr>
                <a:defRPr/>
              </a:pPr>
              <a:t>‹#›</a:t>
            </a:fld>
            <a:endParaRPr lang="zh-CN" altLang="zh-CN"/>
          </a:p>
        </p:txBody>
      </p:sp>
      <p:sp>
        <p:nvSpPr>
          <p:cNvPr id="7"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dt" sz="half" idx="10"/>
          </p:nvPr>
        </p:nvSpPr>
        <p:spPr>
          <a:ln/>
        </p:spPr>
        <p:txBody>
          <a:bodyPr/>
          <a:lstStyle>
            <a:lvl1pPr>
              <a:defRPr/>
            </a:lvl1pPr>
          </a:lstStyle>
          <a:p>
            <a:pPr>
              <a:defRPr/>
            </a:pPr>
            <a:fld id="{117494F2-4D2F-422D-92D0-CC8483100F92}" type="datetime11">
              <a:rPr lang="zh-CN" altLang="en-US" smtClean="0"/>
              <a:t>17:02:35</a:t>
            </a:fld>
            <a:endParaRPr lang="zh-CN" altLang="en-US"/>
          </a:p>
        </p:txBody>
      </p:sp>
      <p:sp>
        <p:nvSpPr>
          <p:cNvPr id="5" name="Rectangle 7"/>
          <p:cNvSpPr>
            <a:spLocks noGrp="1" noChangeArrowheads="1"/>
          </p:cNvSpPr>
          <p:nvPr>
            <p:ph type="sldNum" sz="quarter" idx="11"/>
          </p:nvPr>
        </p:nvSpPr>
        <p:spPr>
          <a:ln/>
        </p:spPr>
        <p:txBody>
          <a:bodyPr/>
          <a:lstStyle>
            <a:lvl1pPr>
              <a:defRPr/>
            </a:lvl1pPr>
          </a:lstStyle>
          <a:p>
            <a:pPr>
              <a:defRPr/>
            </a:pPr>
            <a:fld id="{F386B3F5-11FC-4098-8939-7139F82C3FE9}" type="slidenum">
              <a:rPr lang="zh-CN" altLang="zh-CN"/>
              <a:pPr>
                <a:defRPr/>
              </a:pPr>
              <a:t>‹#›</a:t>
            </a:fld>
            <a:endParaRPr lang="zh-CN" altLang="zh-CN"/>
          </a:p>
        </p:txBody>
      </p:sp>
      <p:sp>
        <p:nvSpPr>
          <p:cNvPr id="6"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dt" sz="half" idx="10"/>
          </p:nvPr>
        </p:nvSpPr>
        <p:spPr>
          <a:ln/>
        </p:spPr>
        <p:txBody>
          <a:bodyPr/>
          <a:lstStyle>
            <a:lvl1pPr>
              <a:defRPr/>
            </a:lvl1pPr>
          </a:lstStyle>
          <a:p>
            <a:pPr>
              <a:defRPr/>
            </a:pPr>
            <a:fld id="{8CC04439-2D2B-4EC0-BA90-9ED3FB6B6029}" type="datetime11">
              <a:rPr lang="zh-CN" altLang="en-US" smtClean="0"/>
              <a:t>17:02:35</a:t>
            </a:fld>
            <a:endParaRPr lang="zh-CN" altLang="en-US"/>
          </a:p>
        </p:txBody>
      </p:sp>
      <p:sp>
        <p:nvSpPr>
          <p:cNvPr id="5" name="Rectangle 7"/>
          <p:cNvSpPr>
            <a:spLocks noGrp="1" noChangeArrowheads="1"/>
          </p:cNvSpPr>
          <p:nvPr>
            <p:ph type="sldNum" sz="quarter" idx="11"/>
          </p:nvPr>
        </p:nvSpPr>
        <p:spPr>
          <a:ln/>
        </p:spPr>
        <p:txBody>
          <a:bodyPr/>
          <a:lstStyle>
            <a:lvl1pPr>
              <a:defRPr/>
            </a:lvl1pPr>
          </a:lstStyle>
          <a:p>
            <a:pPr>
              <a:defRPr/>
            </a:pPr>
            <a:fld id="{0DE68FAC-5B3F-4E4F-841D-C005C5C6C87A}" type="slidenum">
              <a:rPr lang="zh-CN" altLang="zh-CN"/>
              <a:pPr>
                <a:defRPr/>
              </a:pPr>
              <a:t>‹#›</a:t>
            </a:fld>
            <a:endParaRPr lang="zh-CN" altLang="zh-CN"/>
          </a:p>
        </p:txBody>
      </p:sp>
      <p:sp>
        <p:nvSpPr>
          <p:cNvPr id="6"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5.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6.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1026" name="Picture 2" descr="3"/>
          <p:cNvPicPr>
            <a:picLocks noChangeAspect="1" noChangeArrowheads="1"/>
          </p:cNvPicPr>
          <p:nvPr/>
        </p:nvPicPr>
        <p:blipFill>
          <a:blip r:embed="rId13" cstate="print"/>
          <a:srcRect/>
          <a:stretch>
            <a:fillRect/>
          </a:stretch>
        </p:blipFill>
        <p:spPr bwMode="auto">
          <a:xfrm>
            <a:off x="0" y="0"/>
            <a:ext cx="9144000" cy="1187450"/>
          </a:xfrm>
          <a:prstGeom prst="rect">
            <a:avLst/>
          </a:prstGeom>
          <a:noFill/>
          <a:ln w="9525">
            <a:noFill/>
            <a:miter lim="800000"/>
            <a:headEnd/>
            <a:tailEnd/>
          </a:ln>
        </p:spPr>
      </p:pic>
      <p:pic>
        <p:nvPicPr>
          <p:cNvPr id="1027" name="Picture 3" descr="6"/>
          <p:cNvPicPr>
            <a:picLocks noChangeAspect="1" noChangeArrowheads="1"/>
          </p:cNvPicPr>
          <p:nvPr/>
        </p:nvPicPr>
        <p:blipFill>
          <a:blip r:embed="rId14" cstate="print"/>
          <a:srcRect/>
          <a:stretch>
            <a:fillRect/>
          </a:stretch>
        </p:blipFill>
        <p:spPr bwMode="auto">
          <a:xfrm>
            <a:off x="0" y="0"/>
            <a:ext cx="9144000" cy="565150"/>
          </a:xfrm>
          <a:prstGeom prst="rect">
            <a:avLst/>
          </a:prstGeom>
          <a:noFill/>
          <a:ln w="9525">
            <a:noFill/>
            <a:miter lim="800000"/>
            <a:headEnd/>
            <a:tailEnd/>
          </a:ln>
        </p:spPr>
      </p:pic>
      <p:pic>
        <p:nvPicPr>
          <p:cNvPr id="1028" name="Picture 4" descr="nordri_02"/>
          <p:cNvPicPr>
            <a:picLocks noChangeAspect="1" noChangeArrowheads="1"/>
          </p:cNvPicPr>
          <p:nvPr/>
        </p:nvPicPr>
        <p:blipFill>
          <a:blip r:embed="rId15" cstate="print">
            <a:lum bright="-54000" contrast="42000"/>
          </a:blip>
          <a:srcRect/>
          <a:stretch>
            <a:fillRect/>
          </a:stretch>
        </p:blipFill>
        <p:spPr bwMode="auto">
          <a:xfrm>
            <a:off x="0" y="1225550"/>
            <a:ext cx="9144000" cy="171450"/>
          </a:xfrm>
          <a:prstGeom prst="rect">
            <a:avLst/>
          </a:prstGeom>
          <a:noFill/>
          <a:ln w="9525">
            <a:noFill/>
            <a:miter lim="800000"/>
            <a:headEnd/>
            <a:tailEnd/>
          </a:ln>
        </p:spPr>
      </p:pic>
      <p:sp>
        <p:nvSpPr>
          <p:cNvPr id="1029" name="Rectangle 31"/>
          <p:cNvSpPr>
            <a:spLocks noGrp="1" noChangeArrowheads="1"/>
          </p:cNvSpPr>
          <p:nvPr>
            <p:ph type="body" idx="1"/>
          </p:nvPr>
        </p:nvSpPr>
        <p:spPr bwMode="auto">
          <a:xfrm>
            <a:off x="468313" y="1268413"/>
            <a:ext cx="8207375" cy="50403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1030" name="Rectangle 6"/>
          <p:cNvSpPr>
            <a:spLocks noChangeArrowheads="1"/>
          </p:cNvSpPr>
          <p:nvPr/>
        </p:nvSpPr>
        <p:spPr bwMode="auto">
          <a:xfrm>
            <a:off x="3851275" y="6524625"/>
            <a:ext cx="1439863" cy="196850"/>
          </a:xfrm>
          <a:prstGeom prst="rect">
            <a:avLst/>
          </a:prstGeom>
          <a:noFill/>
          <a:ln w="9525">
            <a:noFill/>
            <a:miter lim="800000"/>
            <a:headEnd/>
            <a:tailEnd/>
          </a:ln>
          <a:effectLst/>
        </p:spPr>
        <p:txBody>
          <a:bodyPr/>
          <a:lstStyle/>
          <a:p>
            <a:pPr algn="ctr" eaLnBrk="0" hangingPunct="0">
              <a:defRPr/>
            </a:pPr>
            <a:r>
              <a:rPr lang="de-DE" altLang="en-US" sz="1000"/>
              <a:t>Page </a:t>
            </a:r>
            <a:r>
              <a:rPr lang="de-DE" altLang="en-US" sz="1000">
                <a:sym typeface="MS UI Gothic" pitchFamily="34" charset="-128"/>
              </a:rPr>
              <a:t></a:t>
            </a:r>
            <a:r>
              <a:rPr lang="de-DE" altLang="en-US" sz="1000"/>
              <a:t> </a:t>
            </a:r>
            <a:fld id="{79942497-7726-428B-B087-1DEFCAC66726}" type="slidenum">
              <a:rPr lang="zh-CN" altLang="en-US" sz="1000"/>
              <a:pPr algn="ctr" eaLnBrk="0" hangingPunct="0">
                <a:defRPr/>
              </a:pPr>
              <a:t>‹#›</a:t>
            </a:fld>
            <a:endParaRPr lang="en-US" sz="1000"/>
          </a:p>
        </p:txBody>
      </p:sp>
      <p:sp>
        <p:nvSpPr>
          <p:cNvPr id="1031" name="Rectangle 7"/>
          <p:cNvSpPr>
            <a:spLocks noChangeArrowheads="1"/>
          </p:cNvSpPr>
          <p:nvPr/>
        </p:nvSpPr>
        <p:spPr bwMode="auto">
          <a:xfrm>
            <a:off x="468313" y="446088"/>
            <a:ext cx="1389062" cy="349250"/>
          </a:xfrm>
          <a:prstGeom prst="rect">
            <a:avLst/>
          </a:prstGeom>
          <a:gradFill rotWithShape="1">
            <a:gsLst>
              <a:gs pos="0">
                <a:srgbClr val="FFFFFF"/>
              </a:gs>
              <a:gs pos="100000">
                <a:srgbClr val="DDDDDD"/>
              </a:gs>
            </a:gsLst>
            <a:lin ang="0" scaled="1"/>
          </a:gradFill>
          <a:ln w="9525" cmpd="sng">
            <a:solidFill>
              <a:srgbClr val="969696"/>
            </a:solidFill>
            <a:prstDash val="dash"/>
            <a:miter lim="800000"/>
            <a:headEnd/>
            <a:tailEnd/>
          </a:ln>
        </p:spPr>
        <p:txBody>
          <a:bodyPr wrap="none" anchor="ctr"/>
          <a:lstStyle/>
          <a:p>
            <a:pPr algn="ctr" eaLnBrk="0" hangingPunct="0">
              <a:defRPr/>
            </a:pPr>
            <a:r>
              <a:rPr lang="de-DE" altLang="en-US" sz="1400" i="0"/>
              <a:t>LOGO</a:t>
            </a:r>
          </a:p>
        </p:txBody>
      </p:sp>
      <p:sp>
        <p:nvSpPr>
          <p:cNvPr id="1032" name="Rectangle 8"/>
          <p:cNvSpPr>
            <a:spLocks noChangeArrowheads="1"/>
          </p:cNvSpPr>
          <p:nvPr/>
        </p:nvSpPr>
        <p:spPr bwMode="auto">
          <a:xfrm>
            <a:off x="468313" y="333375"/>
            <a:ext cx="8207375" cy="574675"/>
          </a:xfrm>
          <a:prstGeom prst="rect">
            <a:avLst/>
          </a:prstGeom>
          <a:noFill/>
          <a:ln w="9525">
            <a:noFill/>
            <a:miter lim="800000"/>
            <a:headEnd/>
            <a:tailEnd/>
          </a:ln>
        </p:spPr>
        <p:txBody>
          <a:bodyPr/>
          <a:lstStyle/>
          <a:p>
            <a:pPr algn="ctr">
              <a:defRPr/>
            </a:pPr>
            <a:endParaRPr lang="zh-CN" altLang="en-US" sz="2600" i="0">
              <a:solidFill>
                <a:schemeClr val="bg1"/>
              </a:solidFill>
              <a:ea typeface="黑体" pitchFamily="2" charset="-122"/>
            </a:endParaRPr>
          </a:p>
        </p:txBody>
      </p:sp>
      <p:sp>
        <p:nvSpPr>
          <p:cNvPr id="1033" name="Rectangle 9"/>
          <p:cNvSpPr>
            <a:spLocks noGrp="1" noChangeArrowheads="1"/>
          </p:cNvSpPr>
          <p:nvPr>
            <p:ph type="title"/>
          </p:nvPr>
        </p:nvSpPr>
        <p:spPr bwMode="auto">
          <a:xfrm>
            <a:off x="457200" y="260648"/>
            <a:ext cx="8229600" cy="1143000"/>
          </a:xfrm>
          <a:prstGeom prst="rect">
            <a:avLst/>
          </a:prstGeom>
          <a:noFill/>
          <a:ln w="0">
            <a:noFill/>
            <a:miter lim="800000"/>
            <a:headEnd/>
            <a:tailEnd/>
          </a:ln>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pic>
        <p:nvPicPr>
          <p:cNvPr id="14338" name="Picture 2" descr="C:\Users\Administrator\Desktop\自画像.png"/>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8684584" y="6102556"/>
            <a:ext cx="438150" cy="719137"/>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 id="2147483791" r:id="rId7"/>
    <p:sldLayoutId id="2147483792" r:id="rId8"/>
    <p:sldLayoutId id="2147483793" r:id="rId9"/>
    <p:sldLayoutId id="2147483794" r:id="rId10"/>
    <p:sldLayoutId id="2147483795" r:id="rId11"/>
  </p:sldLayoutIdLst>
  <p:hf sldNum="0" hdr="0" ftr="0"/>
  <p:txStyles>
    <p:titleStyle>
      <a:lvl1pPr algn="ctr" rtl="0" eaLnBrk="1" fontAlgn="base" hangingPunct="1">
        <a:spcBef>
          <a:spcPct val="0"/>
        </a:spcBef>
        <a:spcAft>
          <a:spcPct val="0"/>
        </a:spcAft>
        <a:defRPr sz="2600" b="1">
          <a:solidFill>
            <a:schemeClr val="bg1"/>
          </a:solidFill>
          <a:latin typeface="+mj-lt"/>
          <a:ea typeface="+mj-ea"/>
          <a:cs typeface="+mj-cs"/>
        </a:defRPr>
      </a:lvl1pPr>
      <a:lvl2pPr algn="ctr" rtl="0" eaLnBrk="1" fontAlgn="base" hangingPunct="1">
        <a:spcBef>
          <a:spcPct val="0"/>
        </a:spcBef>
        <a:spcAft>
          <a:spcPct val="0"/>
        </a:spcAft>
        <a:defRPr sz="2600" b="1">
          <a:solidFill>
            <a:schemeClr val="bg1"/>
          </a:solidFill>
          <a:latin typeface="Arial" pitchFamily="34" charset="0"/>
          <a:ea typeface="黑体" pitchFamily="2" charset="-122"/>
        </a:defRPr>
      </a:lvl2pPr>
      <a:lvl3pPr algn="ctr" rtl="0" eaLnBrk="1" fontAlgn="base" hangingPunct="1">
        <a:spcBef>
          <a:spcPct val="0"/>
        </a:spcBef>
        <a:spcAft>
          <a:spcPct val="0"/>
        </a:spcAft>
        <a:defRPr sz="2600" b="1">
          <a:solidFill>
            <a:schemeClr val="bg1"/>
          </a:solidFill>
          <a:latin typeface="Arial" pitchFamily="34" charset="0"/>
          <a:ea typeface="黑体" pitchFamily="2" charset="-122"/>
        </a:defRPr>
      </a:lvl3pPr>
      <a:lvl4pPr algn="ctr" rtl="0" eaLnBrk="1" fontAlgn="base" hangingPunct="1">
        <a:spcBef>
          <a:spcPct val="0"/>
        </a:spcBef>
        <a:spcAft>
          <a:spcPct val="0"/>
        </a:spcAft>
        <a:defRPr sz="2600" b="1">
          <a:solidFill>
            <a:schemeClr val="bg1"/>
          </a:solidFill>
          <a:latin typeface="Arial" pitchFamily="34" charset="0"/>
          <a:ea typeface="黑体" pitchFamily="2" charset="-122"/>
        </a:defRPr>
      </a:lvl4pPr>
      <a:lvl5pPr algn="ctr" rtl="0" eaLnBrk="1" fontAlgn="base" hangingPunct="1">
        <a:spcBef>
          <a:spcPct val="0"/>
        </a:spcBef>
        <a:spcAft>
          <a:spcPct val="0"/>
        </a:spcAft>
        <a:defRPr sz="2600" b="1">
          <a:solidFill>
            <a:schemeClr val="bg1"/>
          </a:solidFill>
          <a:latin typeface="Arial" pitchFamily="34" charset="0"/>
          <a:ea typeface="黑体" pitchFamily="2" charset="-122"/>
        </a:defRPr>
      </a:lvl5pPr>
      <a:lvl6pPr marL="457200" algn="ctr" rtl="0" eaLnBrk="1" fontAlgn="base" hangingPunct="1">
        <a:spcBef>
          <a:spcPct val="0"/>
        </a:spcBef>
        <a:spcAft>
          <a:spcPct val="0"/>
        </a:spcAft>
        <a:defRPr sz="2600" b="1">
          <a:solidFill>
            <a:schemeClr val="bg1"/>
          </a:solidFill>
          <a:latin typeface="Arial" pitchFamily="34" charset="0"/>
          <a:ea typeface="黑体" pitchFamily="2" charset="-122"/>
        </a:defRPr>
      </a:lvl6pPr>
      <a:lvl7pPr marL="914400" algn="ctr" rtl="0" eaLnBrk="1" fontAlgn="base" hangingPunct="1">
        <a:spcBef>
          <a:spcPct val="0"/>
        </a:spcBef>
        <a:spcAft>
          <a:spcPct val="0"/>
        </a:spcAft>
        <a:defRPr sz="2600" b="1">
          <a:solidFill>
            <a:schemeClr val="bg1"/>
          </a:solidFill>
          <a:latin typeface="Arial" pitchFamily="34" charset="0"/>
          <a:ea typeface="黑体" pitchFamily="2" charset="-122"/>
        </a:defRPr>
      </a:lvl7pPr>
      <a:lvl8pPr marL="1371600" algn="ctr" rtl="0" eaLnBrk="1" fontAlgn="base" hangingPunct="1">
        <a:spcBef>
          <a:spcPct val="0"/>
        </a:spcBef>
        <a:spcAft>
          <a:spcPct val="0"/>
        </a:spcAft>
        <a:defRPr sz="2600" b="1">
          <a:solidFill>
            <a:schemeClr val="bg1"/>
          </a:solidFill>
          <a:latin typeface="Arial" pitchFamily="34" charset="0"/>
          <a:ea typeface="黑体" pitchFamily="2" charset="-122"/>
        </a:defRPr>
      </a:lvl8pPr>
      <a:lvl9pPr marL="1828800" algn="ctr" rtl="0" eaLnBrk="1" fontAlgn="base" hangingPunct="1">
        <a:spcBef>
          <a:spcPct val="0"/>
        </a:spcBef>
        <a:spcAft>
          <a:spcPct val="0"/>
        </a:spcAft>
        <a:defRPr sz="2600" b="1">
          <a:solidFill>
            <a:schemeClr val="bg1"/>
          </a:solidFill>
          <a:latin typeface="Arial" pitchFamily="34" charset="0"/>
          <a:ea typeface="黑体" pitchFamily="2" charset="-122"/>
        </a:defRPr>
      </a:lvl9pPr>
    </p:titleStyle>
    <p:bodyStyle>
      <a:lvl1pPr marL="342900" indent="-342900" algn="l" rtl="0" eaLnBrk="1" fontAlgn="base" hangingPunct="1">
        <a:lnSpc>
          <a:spcPct val="120000"/>
        </a:lnSpc>
        <a:spcBef>
          <a:spcPct val="20000"/>
        </a:spcBef>
        <a:spcAft>
          <a:spcPct val="0"/>
        </a:spcAft>
        <a:buClr>
          <a:schemeClr val="accent1"/>
        </a:buClr>
        <a:buFont typeface="Wingdings" pitchFamily="2" charset="2"/>
        <a:buChar char="n"/>
        <a:defRPr sz="2400" b="1">
          <a:solidFill>
            <a:schemeClr val="tx1"/>
          </a:solidFill>
          <a:latin typeface="+mn-lt"/>
          <a:ea typeface="+mn-ea"/>
          <a:cs typeface="+mn-cs"/>
        </a:defRPr>
      </a:lvl1pPr>
      <a:lvl2pPr marL="742950" indent="-285750" algn="l" rtl="0" eaLnBrk="1" fontAlgn="base" hangingPunct="1">
        <a:lnSpc>
          <a:spcPct val="120000"/>
        </a:lnSpc>
        <a:spcBef>
          <a:spcPct val="20000"/>
        </a:spcBef>
        <a:spcAft>
          <a:spcPct val="0"/>
        </a:spcAft>
        <a:buClr>
          <a:schemeClr val="accent1"/>
        </a:buClr>
        <a:buFont typeface="Wingdings" pitchFamily="2" charset="2"/>
        <a:buChar char="n"/>
        <a:defRPr sz="2000" b="1">
          <a:solidFill>
            <a:schemeClr val="tx1"/>
          </a:solidFill>
          <a:latin typeface="+mn-lt"/>
          <a:ea typeface="+mn-ea"/>
        </a:defRPr>
      </a:lvl2pPr>
      <a:lvl3pPr marL="1143000" indent="-228600" algn="l" rtl="0" eaLnBrk="1" fontAlgn="base" hangingPunct="1">
        <a:lnSpc>
          <a:spcPct val="120000"/>
        </a:lnSpc>
        <a:spcBef>
          <a:spcPct val="20000"/>
        </a:spcBef>
        <a:spcAft>
          <a:spcPct val="0"/>
        </a:spcAft>
        <a:buClr>
          <a:schemeClr val="accent2"/>
        </a:buClr>
        <a:buFont typeface="Wingdings" pitchFamily="2" charset="2"/>
        <a:buChar char="n"/>
        <a:defRPr sz="1800" b="1">
          <a:solidFill>
            <a:schemeClr val="tx1"/>
          </a:solidFill>
          <a:latin typeface="+mn-lt"/>
          <a:ea typeface="+mn-ea"/>
        </a:defRPr>
      </a:lvl3pPr>
      <a:lvl4pPr marL="1600200" indent="-228600" algn="l" rtl="0" eaLnBrk="1" fontAlgn="base" hangingPunct="1">
        <a:lnSpc>
          <a:spcPct val="120000"/>
        </a:lnSpc>
        <a:spcBef>
          <a:spcPct val="20000"/>
        </a:spcBef>
        <a:spcAft>
          <a:spcPct val="0"/>
        </a:spcAft>
        <a:buClr>
          <a:schemeClr val="hlink"/>
        </a:buClr>
        <a:buFont typeface="Wingdings" pitchFamily="2" charset="2"/>
        <a:buChar char="n"/>
        <a:defRPr sz="1600" b="1">
          <a:solidFill>
            <a:schemeClr val="tx1"/>
          </a:solidFill>
          <a:latin typeface="+mn-lt"/>
          <a:ea typeface="+mn-ea"/>
        </a:defRPr>
      </a:lvl4pPr>
      <a:lvl5pPr marL="2057400" indent="-228600" algn="l" rtl="0" eaLnBrk="1" fontAlgn="base" hangingPunct="1">
        <a:spcBef>
          <a:spcPct val="20000"/>
        </a:spcBef>
        <a:spcAft>
          <a:spcPct val="0"/>
        </a:spcAft>
        <a:buChar char="»"/>
        <a:defRPr>
          <a:solidFill>
            <a:schemeClr val="tx1"/>
          </a:solidFill>
          <a:latin typeface="+mn-lt"/>
          <a:ea typeface="+mn-ea"/>
        </a:defRPr>
      </a:lvl5pPr>
      <a:lvl6pPr marL="2514600" indent="-228600" algn="l" rtl="0" eaLnBrk="1" fontAlgn="base" hangingPunct="1">
        <a:spcBef>
          <a:spcPct val="20000"/>
        </a:spcBef>
        <a:spcAft>
          <a:spcPct val="0"/>
        </a:spcAft>
        <a:buChar char="»"/>
        <a:defRPr>
          <a:solidFill>
            <a:schemeClr val="tx1"/>
          </a:solidFill>
          <a:latin typeface="+mn-lt"/>
          <a:ea typeface="+mn-ea"/>
        </a:defRPr>
      </a:lvl6pPr>
      <a:lvl7pPr marL="2971800" indent="-228600" algn="l" rtl="0" eaLnBrk="1" fontAlgn="base" hangingPunct="1">
        <a:spcBef>
          <a:spcPct val="20000"/>
        </a:spcBef>
        <a:spcAft>
          <a:spcPct val="0"/>
        </a:spcAft>
        <a:buChar char="»"/>
        <a:defRPr>
          <a:solidFill>
            <a:schemeClr val="tx1"/>
          </a:solidFill>
          <a:latin typeface="+mn-lt"/>
          <a:ea typeface="+mn-ea"/>
        </a:defRPr>
      </a:lvl7pPr>
      <a:lvl8pPr marL="3429000" indent="-228600" algn="l" rtl="0" eaLnBrk="1" fontAlgn="base" hangingPunct="1">
        <a:spcBef>
          <a:spcPct val="20000"/>
        </a:spcBef>
        <a:spcAft>
          <a:spcPct val="0"/>
        </a:spcAft>
        <a:buChar char="»"/>
        <a:defRPr>
          <a:solidFill>
            <a:schemeClr val="tx1"/>
          </a:solidFill>
          <a:latin typeface="+mn-lt"/>
          <a:ea typeface="+mn-ea"/>
        </a:defRPr>
      </a:lvl8pPr>
      <a:lvl9pPr marL="3886200" indent="-228600" algn="l" rtl="0" eaLnBrk="1" fontAlgn="base" hangingPunct="1">
        <a:spcBef>
          <a:spcPct val="20000"/>
        </a:spcBef>
        <a:spcAft>
          <a:spcPct val="0"/>
        </a:spcAft>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D1405D-E47D-4E45-8EB4-15CAA26E8B41}" type="datetime11">
              <a:rPr lang="zh-CN" altLang="en-US" smtClean="0"/>
              <a:t>17:02:35</a:t>
            </a:fld>
            <a:endParaRPr lang="zh-CN" altLang="en-US" dirty="0"/>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3114248938"/>
      </p:ext>
    </p:extLst>
  </p:cSld>
  <p:clrMap bg1="lt1" tx1="dk1" bg2="lt2" tx2="dk2" accent1="accent1" accent2="accent2" accent3="accent3" accent4="accent4" accent5="accent5" accent6="accent6" hlink="hlink" folHlink="folHlink"/>
  <p:sldLayoutIdLst>
    <p:sldLayoutId id="2147483821" r:id="rId1"/>
    <p:sldLayoutId id="2147483822" r:id="rId2"/>
    <p:sldLayoutId id="2147483823" r:id="rId3"/>
    <p:sldLayoutId id="2147483824" r:id="rId4"/>
    <p:sldLayoutId id="2147483825" r:id="rId5"/>
    <p:sldLayoutId id="2147483826" r:id="rId6"/>
    <p:sldLayoutId id="2147483827" r:id="rId7"/>
    <p:sldLayoutId id="2147483828" r:id="rId8"/>
    <p:sldLayoutId id="2147483829" r:id="rId9"/>
    <p:sldLayoutId id="2147483830" r:id="rId10"/>
    <p:sldLayoutId id="2147483831" r:id="rId11"/>
  </p:sldLayoutIdLst>
  <p:hf sldNum="0"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2050" name="Picture 2" descr="1"/>
          <p:cNvPicPr>
            <a:picLocks noChangeAspect="1" noChangeArrowheads="1"/>
          </p:cNvPicPr>
          <p:nvPr/>
        </p:nvPicPr>
        <p:blipFill>
          <a:blip r:embed="rId13" cstate="print"/>
          <a:srcRect/>
          <a:stretch>
            <a:fillRect/>
          </a:stretch>
        </p:blipFill>
        <p:spPr bwMode="auto">
          <a:xfrm>
            <a:off x="0" y="-25400"/>
            <a:ext cx="9144000" cy="6883400"/>
          </a:xfrm>
          <a:prstGeom prst="rect">
            <a:avLst/>
          </a:prstGeom>
          <a:noFill/>
          <a:ln w="9525">
            <a:noFill/>
            <a:miter lim="800000"/>
            <a:headEnd/>
            <a:tailEnd/>
          </a:ln>
        </p:spPr>
      </p:pic>
      <p:pic>
        <p:nvPicPr>
          <p:cNvPr id="2051" name="Picture 3" descr="2"/>
          <p:cNvPicPr>
            <a:picLocks noChangeAspect="1" noChangeArrowheads="1"/>
          </p:cNvPicPr>
          <p:nvPr/>
        </p:nvPicPr>
        <p:blipFill>
          <a:blip r:embed="rId14" cstate="print"/>
          <a:srcRect/>
          <a:stretch>
            <a:fillRect/>
          </a:stretch>
        </p:blipFill>
        <p:spPr bwMode="auto">
          <a:xfrm>
            <a:off x="0" y="3030538"/>
            <a:ext cx="9144000" cy="3827462"/>
          </a:xfrm>
          <a:prstGeom prst="rect">
            <a:avLst/>
          </a:prstGeom>
          <a:noFill/>
          <a:ln w="9525">
            <a:noFill/>
            <a:miter lim="800000"/>
            <a:headEnd/>
            <a:tailEnd/>
          </a:ln>
        </p:spPr>
      </p:pic>
      <p:sp>
        <p:nvSpPr>
          <p:cNvPr id="2052" name="Rectangle 4"/>
          <p:cNvSpPr>
            <a:spLocks noGrp="1" noChangeArrowheads="1"/>
          </p:cNvSpPr>
          <p:nvPr>
            <p:ph type="title"/>
          </p:nvPr>
        </p:nvSpPr>
        <p:spPr bwMode="auto">
          <a:xfrm>
            <a:off x="457200" y="274638"/>
            <a:ext cx="8229600" cy="1143000"/>
          </a:xfrm>
          <a:prstGeom prst="rect">
            <a:avLst/>
          </a:prstGeom>
          <a:noFill/>
          <a:ln w="0">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3" name="Rectangle 5"/>
          <p:cNvSpPr>
            <a:spLocks noGrp="1" noChangeArrowheads="1"/>
          </p:cNvSpPr>
          <p:nvPr>
            <p:ph type="body" idx="1"/>
          </p:nvPr>
        </p:nvSpPr>
        <p:spPr bwMode="auto">
          <a:xfrm>
            <a:off x="457200" y="1600200"/>
            <a:ext cx="8229600" cy="4525963"/>
          </a:xfrm>
          <a:prstGeom prst="rect">
            <a:avLst/>
          </a:prstGeom>
          <a:noFill/>
          <a:ln w="0">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78" name="Rectangle 6"/>
          <p:cNvSpPr>
            <a:spLocks noGrp="1" noChangeArrowheads="1"/>
          </p:cNvSpPr>
          <p:nvPr>
            <p:ph type="dt" sz="half" idx="2"/>
          </p:nvPr>
        </p:nvSpPr>
        <p:spPr bwMode="auto">
          <a:xfrm>
            <a:off x="457200" y="6245225"/>
            <a:ext cx="2133600" cy="476250"/>
          </a:xfrm>
          <a:prstGeom prst="rect">
            <a:avLst/>
          </a:prstGeom>
          <a:noFill/>
          <a:ln w="0">
            <a:noFill/>
            <a:miter lim="800000"/>
            <a:headEnd/>
            <a:tailEnd/>
          </a:ln>
        </p:spPr>
        <p:txBody>
          <a:bodyPr vert="horz" wrap="square" lIns="91440" tIns="45720" rIns="91440" bIns="45720" numCol="1" anchor="t" anchorCtr="0" compatLnSpc="1">
            <a:prstTxWarp prst="textNoShape">
              <a:avLst/>
            </a:prstTxWarp>
          </a:bodyPr>
          <a:lstStyle>
            <a:lvl1pPr eaLnBrk="0" hangingPunct="0">
              <a:defRPr sz="1400" b="0"/>
            </a:lvl1pPr>
          </a:lstStyle>
          <a:p>
            <a:pPr>
              <a:defRPr/>
            </a:pPr>
            <a:fld id="{A0157214-8384-4B82-80A7-63E4916EE769}" type="datetime11">
              <a:rPr lang="zh-CN" altLang="en-US" smtClean="0"/>
              <a:t>17:02:35</a:t>
            </a:fld>
            <a:endParaRPr lang="zh-CN" altLang="en-US"/>
          </a:p>
        </p:txBody>
      </p:sp>
      <p:sp>
        <p:nvSpPr>
          <p:cNvPr id="3079" name="Rectangle 7"/>
          <p:cNvSpPr>
            <a:spLocks noGrp="1" noChangeArrowheads="1"/>
          </p:cNvSpPr>
          <p:nvPr>
            <p:ph type="sldNum" sz="quarter" idx="4"/>
          </p:nvPr>
        </p:nvSpPr>
        <p:spPr bwMode="auto">
          <a:xfrm>
            <a:off x="6553200" y="6245225"/>
            <a:ext cx="2133600" cy="476250"/>
          </a:xfrm>
          <a:prstGeom prst="rect">
            <a:avLst/>
          </a:prstGeom>
          <a:noFill/>
          <a:ln w="0">
            <a:noFill/>
            <a:miter lim="800000"/>
            <a:headEnd/>
            <a:tailEnd/>
          </a:ln>
        </p:spPr>
        <p:txBody>
          <a:bodyPr vert="horz" wrap="square" lIns="91440" tIns="45720" rIns="91440" bIns="45720" numCol="1" anchor="t" anchorCtr="0" compatLnSpc="1">
            <a:prstTxWarp prst="textNoShape">
              <a:avLst/>
            </a:prstTxWarp>
          </a:bodyPr>
          <a:lstStyle>
            <a:lvl1pPr algn="r" eaLnBrk="0" hangingPunct="0">
              <a:defRPr sz="1400" b="0"/>
            </a:lvl1pPr>
          </a:lstStyle>
          <a:p>
            <a:pPr>
              <a:defRPr/>
            </a:pPr>
            <a:fld id="{1837E92B-A29E-444E-B5B0-AD7430799177}" type="slidenum">
              <a:rPr lang="zh-CN" altLang="zh-CN"/>
              <a:pPr>
                <a:defRPr/>
              </a:pPr>
              <a:t>‹#›</a:t>
            </a:fld>
            <a:endParaRPr lang="zh-CN" altLang="zh-CN"/>
          </a:p>
        </p:txBody>
      </p:sp>
      <p:sp>
        <p:nvSpPr>
          <p:cNvPr id="3080" name="Rectangle 8"/>
          <p:cNvSpPr>
            <a:spLocks noGrp="1" noChangeArrowheads="1"/>
          </p:cNvSpPr>
          <p:nvPr>
            <p:ph type="ftr" sz="quarter" idx="3"/>
          </p:nvPr>
        </p:nvSpPr>
        <p:spPr bwMode="auto">
          <a:xfrm>
            <a:off x="3124200" y="6245225"/>
            <a:ext cx="2895600" cy="476250"/>
          </a:xfrm>
          <a:prstGeom prst="rect">
            <a:avLst/>
          </a:prstGeom>
          <a:noFill/>
          <a:ln w="0">
            <a:noFill/>
            <a:miter lim="800000"/>
            <a:headEnd/>
            <a:tailEnd/>
          </a:ln>
        </p:spPr>
        <p:txBody>
          <a:bodyPr vert="horz" wrap="square" lIns="91440" tIns="45720" rIns="91440" bIns="45720" numCol="1" anchor="t" anchorCtr="0" compatLnSpc="1">
            <a:prstTxWarp prst="textNoShape">
              <a:avLst/>
            </a:prstTxWarp>
          </a:bodyPr>
          <a:lstStyle>
            <a:lvl1pPr algn="ctr" eaLnBrk="0" hangingPunct="0">
              <a:defRPr sz="1400" b="0"/>
            </a:lvl1pPr>
          </a:lstStyle>
          <a:p>
            <a:pPr>
              <a:defRPr/>
            </a:pPr>
            <a:endParaRPr lang="zh-CN" altLang="en-US"/>
          </a:p>
        </p:txBody>
      </p:sp>
    </p:spTree>
  </p:cSld>
  <p:clrMap bg1="lt1" tx1="dk1" bg2="lt2" tx2="dk2" accent1="accent1" accent2="accent2" accent3="accent3" accent4="accent4" accent5="accent5" accent6="accent6" hlink="hlink" folHlink="folHlink"/>
  <p:sldLayoutIdLst>
    <p:sldLayoutId id="2147483797" r:id="rId1"/>
    <p:sldLayoutId id="2147483798" r:id="rId2"/>
    <p:sldLayoutId id="2147483799" r:id="rId3"/>
    <p:sldLayoutId id="2147483800" r:id="rId4"/>
    <p:sldLayoutId id="2147483801" r:id="rId5"/>
    <p:sldLayoutId id="2147483802" r:id="rId6"/>
    <p:sldLayoutId id="2147483803" r:id="rId7"/>
    <p:sldLayoutId id="2147483804" r:id="rId8"/>
    <p:sldLayoutId id="2147483805" r:id="rId9"/>
    <p:sldLayoutId id="2147483806" r:id="rId10"/>
    <p:sldLayoutId id="2147483807" r:id="rId11"/>
  </p:sldLayoutIdLst>
  <p:hf sldNum="0" hdr="0" ftr="0"/>
  <p:txStyles>
    <p:titleStyle>
      <a:lvl1pPr algn="l" rtl="0" eaLnBrk="1" fontAlgn="base" hangingPunct="1">
        <a:spcBef>
          <a:spcPct val="0"/>
        </a:spcBef>
        <a:spcAft>
          <a:spcPct val="0"/>
        </a:spcAft>
        <a:defRPr sz="2600" b="1">
          <a:solidFill>
            <a:schemeClr val="bg1"/>
          </a:solidFill>
          <a:latin typeface="+mj-lt"/>
          <a:ea typeface="+mj-ea"/>
          <a:cs typeface="+mj-cs"/>
        </a:defRPr>
      </a:lvl1pPr>
      <a:lvl2pPr algn="l" rtl="0" eaLnBrk="1" fontAlgn="base" hangingPunct="1">
        <a:spcBef>
          <a:spcPct val="0"/>
        </a:spcBef>
        <a:spcAft>
          <a:spcPct val="0"/>
        </a:spcAft>
        <a:defRPr sz="2600" b="1">
          <a:solidFill>
            <a:schemeClr val="bg1"/>
          </a:solidFill>
          <a:latin typeface="Arial" pitchFamily="34" charset="0"/>
          <a:ea typeface="黑体" pitchFamily="2" charset="-122"/>
        </a:defRPr>
      </a:lvl2pPr>
      <a:lvl3pPr algn="l" rtl="0" eaLnBrk="1" fontAlgn="base" hangingPunct="1">
        <a:spcBef>
          <a:spcPct val="0"/>
        </a:spcBef>
        <a:spcAft>
          <a:spcPct val="0"/>
        </a:spcAft>
        <a:defRPr sz="2600" b="1">
          <a:solidFill>
            <a:schemeClr val="bg1"/>
          </a:solidFill>
          <a:latin typeface="Arial" pitchFamily="34" charset="0"/>
          <a:ea typeface="黑体" pitchFamily="2" charset="-122"/>
        </a:defRPr>
      </a:lvl3pPr>
      <a:lvl4pPr algn="l" rtl="0" eaLnBrk="1" fontAlgn="base" hangingPunct="1">
        <a:spcBef>
          <a:spcPct val="0"/>
        </a:spcBef>
        <a:spcAft>
          <a:spcPct val="0"/>
        </a:spcAft>
        <a:defRPr sz="2600" b="1">
          <a:solidFill>
            <a:schemeClr val="bg1"/>
          </a:solidFill>
          <a:latin typeface="Arial" pitchFamily="34" charset="0"/>
          <a:ea typeface="黑体" pitchFamily="2" charset="-122"/>
        </a:defRPr>
      </a:lvl4pPr>
      <a:lvl5pPr algn="l" rtl="0" eaLnBrk="1" fontAlgn="base" hangingPunct="1">
        <a:spcBef>
          <a:spcPct val="0"/>
        </a:spcBef>
        <a:spcAft>
          <a:spcPct val="0"/>
        </a:spcAft>
        <a:defRPr sz="2600" b="1">
          <a:solidFill>
            <a:schemeClr val="bg1"/>
          </a:solidFill>
          <a:latin typeface="Arial" pitchFamily="34" charset="0"/>
          <a:ea typeface="黑体" pitchFamily="2" charset="-122"/>
        </a:defRPr>
      </a:lvl5pPr>
      <a:lvl6pPr marL="457200" algn="l" rtl="0" eaLnBrk="1" fontAlgn="base" hangingPunct="1">
        <a:spcBef>
          <a:spcPct val="0"/>
        </a:spcBef>
        <a:spcAft>
          <a:spcPct val="0"/>
        </a:spcAft>
        <a:defRPr sz="2600" b="1">
          <a:solidFill>
            <a:schemeClr val="bg1"/>
          </a:solidFill>
          <a:latin typeface="Arial" pitchFamily="34" charset="0"/>
          <a:ea typeface="黑体" pitchFamily="2" charset="-122"/>
        </a:defRPr>
      </a:lvl6pPr>
      <a:lvl7pPr marL="914400" algn="l" rtl="0" eaLnBrk="1" fontAlgn="base" hangingPunct="1">
        <a:spcBef>
          <a:spcPct val="0"/>
        </a:spcBef>
        <a:spcAft>
          <a:spcPct val="0"/>
        </a:spcAft>
        <a:defRPr sz="2600" b="1">
          <a:solidFill>
            <a:schemeClr val="bg1"/>
          </a:solidFill>
          <a:latin typeface="Arial" pitchFamily="34" charset="0"/>
          <a:ea typeface="黑体" pitchFamily="2" charset="-122"/>
        </a:defRPr>
      </a:lvl7pPr>
      <a:lvl8pPr marL="1371600" algn="l" rtl="0" eaLnBrk="1" fontAlgn="base" hangingPunct="1">
        <a:spcBef>
          <a:spcPct val="0"/>
        </a:spcBef>
        <a:spcAft>
          <a:spcPct val="0"/>
        </a:spcAft>
        <a:defRPr sz="2600" b="1">
          <a:solidFill>
            <a:schemeClr val="bg1"/>
          </a:solidFill>
          <a:latin typeface="Arial" pitchFamily="34" charset="0"/>
          <a:ea typeface="黑体" pitchFamily="2" charset="-122"/>
        </a:defRPr>
      </a:lvl8pPr>
      <a:lvl9pPr marL="1828800" algn="l" rtl="0" eaLnBrk="1" fontAlgn="base" hangingPunct="1">
        <a:spcBef>
          <a:spcPct val="0"/>
        </a:spcBef>
        <a:spcAft>
          <a:spcPct val="0"/>
        </a:spcAft>
        <a:defRPr sz="2600" b="1">
          <a:solidFill>
            <a:schemeClr val="bg1"/>
          </a:solidFill>
          <a:latin typeface="Arial" pitchFamily="34" charset="0"/>
          <a:ea typeface="黑体" pitchFamily="2" charset="-122"/>
        </a:defRPr>
      </a:lvl9pPr>
    </p:titleStyle>
    <p:bodyStyle>
      <a:lvl1pPr marL="342900" indent="-342900" algn="l" rtl="0" eaLnBrk="1" fontAlgn="base" hangingPunct="1">
        <a:lnSpc>
          <a:spcPct val="120000"/>
        </a:lnSpc>
        <a:spcBef>
          <a:spcPct val="20000"/>
        </a:spcBef>
        <a:spcAft>
          <a:spcPct val="0"/>
        </a:spcAft>
        <a:buClr>
          <a:schemeClr val="accent1"/>
        </a:buClr>
        <a:buFont typeface="Wingdings" pitchFamily="2" charset="2"/>
        <a:buChar char="n"/>
        <a:defRPr sz="2000" b="1">
          <a:solidFill>
            <a:schemeClr val="tx1"/>
          </a:solidFill>
          <a:latin typeface="+mn-lt"/>
          <a:ea typeface="+mn-ea"/>
          <a:cs typeface="+mn-cs"/>
        </a:defRPr>
      </a:lvl1pPr>
      <a:lvl2pPr marL="742950" indent="-285750" algn="l" rtl="0" eaLnBrk="1" fontAlgn="base" hangingPunct="1">
        <a:lnSpc>
          <a:spcPct val="120000"/>
        </a:lnSpc>
        <a:spcBef>
          <a:spcPct val="20000"/>
        </a:spcBef>
        <a:spcAft>
          <a:spcPct val="0"/>
        </a:spcAft>
        <a:buClr>
          <a:schemeClr val="accent1"/>
        </a:buClr>
        <a:buFont typeface="Wingdings" pitchFamily="2" charset="2"/>
        <a:buChar char="n"/>
        <a:defRPr b="1">
          <a:solidFill>
            <a:schemeClr val="tx1"/>
          </a:solidFill>
          <a:latin typeface="+mn-lt"/>
          <a:ea typeface="+mn-ea"/>
        </a:defRPr>
      </a:lvl2pPr>
      <a:lvl3pPr marL="1143000" indent="-228600" algn="l" rtl="0" eaLnBrk="1" fontAlgn="base" hangingPunct="1">
        <a:lnSpc>
          <a:spcPct val="120000"/>
        </a:lnSpc>
        <a:spcBef>
          <a:spcPct val="20000"/>
        </a:spcBef>
        <a:spcAft>
          <a:spcPct val="0"/>
        </a:spcAft>
        <a:buClr>
          <a:schemeClr val="accent2"/>
        </a:buClr>
        <a:buFont typeface="Wingdings" pitchFamily="2" charset="2"/>
        <a:buChar char="n"/>
        <a:defRPr sz="1600" b="1">
          <a:solidFill>
            <a:schemeClr val="tx1"/>
          </a:solidFill>
          <a:latin typeface="+mn-lt"/>
          <a:ea typeface="+mn-ea"/>
        </a:defRPr>
      </a:lvl3pPr>
      <a:lvl4pPr marL="1600200" indent="-228600" algn="l" rtl="0" eaLnBrk="1" fontAlgn="base" hangingPunct="1">
        <a:lnSpc>
          <a:spcPct val="120000"/>
        </a:lnSpc>
        <a:spcBef>
          <a:spcPct val="20000"/>
        </a:spcBef>
        <a:spcAft>
          <a:spcPct val="0"/>
        </a:spcAft>
        <a:buClr>
          <a:schemeClr val="hlink"/>
        </a:buClr>
        <a:buFont typeface="Wingdings" pitchFamily="2" charset="2"/>
        <a:buChar char="n"/>
        <a:defRPr sz="1400" b="1">
          <a:solidFill>
            <a:schemeClr val="tx1"/>
          </a:solidFill>
          <a:latin typeface="+mn-lt"/>
          <a:ea typeface="+mn-ea"/>
        </a:defRPr>
      </a:lvl4pPr>
      <a:lvl5pPr marL="2057400" indent="-228600" algn="l" rtl="0" eaLnBrk="1" fontAlgn="base" hangingPunct="1">
        <a:spcBef>
          <a:spcPct val="20000"/>
        </a:spcBef>
        <a:spcAft>
          <a:spcPct val="0"/>
        </a:spcAft>
        <a:buChar char="»"/>
        <a:defRPr>
          <a:solidFill>
            <a:schemeClr val="tx1"/>
          </a:solidFill>
          <a:latin typeface="+mn-lt"/>
          <a:ea typeface="+mn-ea"/>
        </a:defRPr>
      </a:lvl5pPr>
      <a:lvl6pPr marL="2514600" indent="-228600" algn="l" rtl="0" eaLnBrk="1" fontAlgn="base" hangingPunct="1">
        <a:spcBef>
          <a:spcPct val="20000"/>
        </a:spcBef>
        <a:spcAft>
          <a:spcPct val="0"/>
        </a:spcAft>
        <a:buChar char="»"/>
        <a:defRPr>
          <a:solidFill>
            <a:schemeClr val="tx1"/>
          </a:solidFill>
          <a:latin typeface="+mn-lt"/>
          <a:ea typeface="+mn-ea"/>
        </a:defRPr>
      </a:lvl6pPr>
      <a:lvl7pPr marL="2971800" indent="-228600" algn="l" rtl="0" eaLnBrk="1" fontAlgn="base" hangingPunct="1">
        <a:spcBef>
          <a:spcPct val="20000"/>
        </a:spcBef>
        <a:spcAft>
          <a:spcPct val="0"/>
        </a:spcAft>
        <a:buChar char="»"/>
        <a:defRPr>
          <a:solidFill>
            <a:schemeClr val="tx1"/>
          </a:solidFill>
          <a:latin typeface="+mn-lt"/>
          <a:ea typeface="+mn-ea"/>
        </a:defRPr>
      </a:lvl7pPr>
      <a:lvl8pPr marL="3429000" indent="-228600" algn="l" rtl="0" eaLnBrk="1" fontAlgn="base" hangingPunct="1">
        <a:spcBef>
          <a:spcPct val="20000"/>
        </a:spcBef>
        <a:spcAft>
          <a:spcPct val="0"/>
        </a:spcAft>
        <a:buChar char="»"/>
        <a:defRPr>
          <a:solidFill>
            <a:schemeClr val="tx1"/>
          </a:solidFill>
          <a:latin typeface="+mn-lt"/>
          <a:ea typeface="+mn-ea"/>
        </a:defRPr>
      </a:lvl8pPr>
      <a:lvl9pPr marL="3886200" indent="-228600" algn="l" rtl="0" eaLnBrk="1" fontAlgn="base" hangingPunct="1">
        <a:spcBef>
          <a:spcPct val="20000"/>
        </a:spcBef>
        <a:spcAft>
          <a:spcPct val="0"/>
        </a:spcAft>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Lst>
  <p:hf sldNum="0" hdr="0" ftr="0"/>
  <p:txStyles>
    <p:titleStyle>
      <a:lvl1pPr algn="l" rtl="0" eaLnBrk="1" fontAlgn="base" hangingPunct="1">
        <a:spcBef>
          <a:spcPct val="0"/>
        </a:spcBef>
        <a:spcAft>
          <a:spcPct val="0"/>
        </a:spcAft>
        <a:defRPr sz="2600" b="1">
          <a:solidFill>
            <a:schemeClr val="bg1"/>
          </a:solidFill>
          <a:latin typeface="+mj-lt"/>
          <a:ea typeface="+mj-ea"/>
          <a:cs typeface="+mj-cs"/>
        </a:defRPr>
      </a:lvl1pPr>
      <a:lvl2pPr algn="l" rtl="0" eaLnBrk="1" fontAlgn="base" hangingPunct="1">
        <a:spcBef>
          <a:spcPct val="0"/>
        </a:spcBef>
        <a:spcAft>
          <a:spcPct val="0"/>
        </a:spcAft>
        <a:defRPr sz="2600" b="1">
          <a:solidFill>
            <a:schemeClr val="bg1"/>
          </a:solidFill>
          <a:latin typeface="Arial" pitchFamily="34" charset="0"/>
          <a:ea typeface="黑体" pitchFamily="2" charset="-122"/>
        </a:defRPr>
      </a:lvl2pPr>
      <a:lvl3pPr algn="l" rtl="0" eaLnBrk="1" fontAlgn="base" hangingPunct="1">
        <a:spcBef>
          <a:spcPct val="0"/>
        </a:spcBef>
        <a:spcAft>
          <a:spcPct val="0"/>
        </a:spcAft>
        <a:defRPr sz="2600" b="1">
          <a:solidFill>
            <a:schemeClr val="bg1"/>
          </a:solidFill>
          <a:latin typeface="Arial" pitchFamily="34" charset="0"/>
          <a:ea typeface="黑体" pitchFamily="2" charset="-122"/>
        </a:defRPr>
      </a:lvl3pPr>
      <a:lvl4pPr algn="l" rtl="0" eaLnBrk="1" fontAlgn="base" hangingPunct="1">
        <a:spcBef>
          <a:spcPct val="0"/>
        </a:spcBef>
        <a:spcAft>
          <a:spcPct val="0"/>
        </a:spcAft>
        <a:defRPr sz="2600" b="1">
          <a:solidFill>
            <a:schemeClr val="bg1"/>
          </a:solidFill>
          <a:latin typeface="Arial" pitchFamily="34" charset="0"/>
          <a:ea typeface="黑体" pitchFamily="2" charset="-122"/>
        </a:defRPr>
      </a:lvl4pPr>
      <a:lvl5pPr algn="l" rtl="0" eaLnBrk="1" fontAlgn="base" hangingPunct="1">
        <a:spcBef>
          <a:spcPct val="0"/>
        </a:spcBef>
        <a:spcAft>
          <a:spcPct val="0"/>
        </a:spcAft>
        <a:defRPr sz="2600" b="1">
          <a:solidFill>
            <a:schemeClr val="bg1"/>
          </a:solidFill>
          <a:latin typeface="Arial" pitchFamily="34" charset="0"/>
          <a:ea typeface="黑体" pitchFamily="2" charset="-122"/>
        </a:defRPr>
      </a:lvl5pPr>
      <a:lvl6pPr marL="457200" algn="l" rtl="0" eaLnBrk="1" fontAlgn="base" hangingPunct="1">
        <a:spcBef>
          <a:spcPct val="0"/>
        </a:spcBef>
        <a:spcAft>
          <a:spcPct val="0"/>
        </a:spcAft>
        <a:defRPr sz="2600" b="1">
          <a:solidFill>
            <a:schemeClr val="bg1"/>
          </a:solidFill>
          <a:latin typeface="Arial" pitchFamily="34" charset="0"/>
          <a:ea typeface="黑体" pitchFamily="2" charset="-122"/>
        </a:defRPr>
      </a:lvl6pPr>
      <a:lvl7pPr marL="914400" algn="l" rtl="0" eaLnBrk="1" fontAlgn="base" hangingPunct="1">
        <a:spcBef>
          <a:spcPct val="0"/>
        </a:spcBef>
        <a:spcAft>
          <a:spcPct val="0"/>
        </a:spcAft>
        <a:defRPr sz="2600" b="1">
          <a:solidFill>
            <a:schemeClr val="bg1"/>
          </a:solidFill>
          <a:latin typeface="Arial" pitchFamily="34" charset="0"/>
          <a:ea typeface="黑体" pitchFamily="2" charset="-122"/>
        </a:defRPr>
      </a:lvl7pPr>
      <a:lvl8pPr marL="1371600" algn="l" rtl="0" eaLnBrk="1" fontAlgn="base" hangingPunct="1">
        <a:spcBef>
          <a:spcPct val="0"/>
        </a:spcBef>
        <a:spcAft>
          <a:spcPct val="0"/>
        </a:spcAft>
        <a:defRPr sz="2600" b="1">
          <a:solidFill>
            <a:schemeClr val="bg1"/>
          </a:solidFill>
          <a:latin typeface="Arial" pitchFamily="34" charset="0"/>
          <a:ea typeface="黑体" pitchFamily="2" charset="-122"/>
        </a:defRPr>
      </a:lvl8pPr>
      <a:lvl9pPr marL="1828800" algn="l" rtl="0" eaLnBrk="1" fontAlgn="base" hangingPunct="1">
        <a:spcBef>
          <a:spcPct val="0"/>
        </a:spcBef>
        <a:spcAft>
          <a:spcPct val="0"/>
        </a:spcAft>
        <a:defRPr sz="2600" b="1">
          <a:solidFill>
            <a:schemeClr val="bg1"/>
          </a:solidFill>
          <a:latin typeface="Arial" pitchFamily="34" charset="0"/>
          <a:ea typeface="黑体" pitchFamily="2" charset="-122"/>
        </a:defRPr>
      </a:lvl9pPr>
    </p:titleStyle>
    <p:bodyStyle>
      <a:lvl1pPr marL="342900" indent="-342900" algn="l" rtl="0" eaLnBrk="1" fontAlgn="base" hangingPunct="1">
        <a:lnSpc>
          <a:spcPct val="120000"/>
        </a:lnSpc>
        <a:spcBef>
          <a:spcPct val="20000"/>
        </a:spcBef>
        <a:spcAft>
          <a:spcPct val="0"/>
        </a:spcAft>
        <a:buClr>
          <a:schemeClr val="accent1"/>
        </a:buClr>
        <a:buFont typeface="Wingdings" pitchFamily="2" charset="2"/>
        <a:buChar char="n"/>
        <a:defRPr sz="2000" b="1">
          <a:solidFill>
            <a:schemeClr val="tx1"/>
          </a:solidFill>
          <a:latin typeface="+mn-lt"/>
          <a:ea typeface="+mn-ea"/>
          <a:cs typeface="+mn-cs"/>
        </a:defRPr>
      </a:lvl1pPr>
      <a:lvl2pPr marL="742950" indent="-285750" algn="l" rtl="0" eaLnBrk="1" fontAlgn="base" hangingPunct="1">
        <a:lnSpc>
          <a:spcPct val="120000"/>
        </a:lnSpc>
        <a:spcBef>
          <a:spcPct val="20000"/>
        </a:spcBef>
        <a:spcAft>
          <a:spcPct val="0"/>
        </a:spcAft>
        <a:buClr>
          <a:schemeClr val="accent1"/>
        </a:buClr>
        <a:buFont typeface="Wingdings" pitchFamily="2" charset="2"/>
        <a:buChar char="n"/>
        <a:defRPr b="1">
          <a:solidFill>
            <a:schemeClr val="tx1"/>
          </a:solidFill>
          <a:latin typeface="+mn-lt"/>
          <a:ea typeface="+mn-ea"/>
        </a:defRPr>
      </a:lvl2pPr>
      <a:lvl3pPr marL="1143000" indent="-228600" algn="l" rtl="0" eaLnBrk="1" fontAlgn="base" hangingPunct="1">
        <a:lnSpc>
          <a:spcPct val="120000"/>
        </a:lnSpc>
        <a:spcBef>
          <a:spcPct val="20000"/>
        </a:spcBef>
        <a:spcAft>
          <a:spcPct val="0"/>
        </a:spcAft>
        <a:buClr>
          <a:schemeClr val="accent2"/>
        </a:buClr>
        <a:buFont typeface="Wingdings" pitchFamily="2" charset="2"/>
        <a:buChar char="n"/>
        <a:defRPr sz="1600" b="1">
          <a:solidFill>
            <a:schemeClr val="tx1"/>
          </a:solidFill>
          <a:latin typeface="+mn-lt"/>
          <a:ea typeface="+mn-ea"/>
        </a:defRPr>
      </a:lvl3pPr>
      <a:lvl4pPr marL="1600200" indent="-228600" algn="l" rtl="0" eaLnBrk="1" fontAlgn="base" hangingPunct="1">
        <a:lnSpc>
          <a:spcPct val="120000"/>
        </a:lnSpc>
        <a:spcBef>
          <a:spcPct val="20000"/>
        </a:spcBef>
        <a:spcAft>
          <a:spcPct val="0"/>
        </a:spcAft>
        <a:buClr>
          <a:schemeClr val="hlink"/>
        </a:buClr>
        <a:buFont typeface="Wingdings" pitchFamily="2" charset="2"/>
        <a:buChar char="n"/>
        <a:defRPr sz="1400" b="1">
          <a:solidFill>
            <a:schemeClr val="tx1"/>
          </a:solidFill>
          <a:latin typeface="+mn-lt"/>
          <a:ea typeface="+mn-ea"/>
        </a:defRPr>
      </a:lvl4pPr>
      <a:lvl5pPr marL="2057400" indent="-228600" algn="l" rtl="0" eaLnBrk="1" fontAlgn="base" hangingPunct="1">
        <a:spcBef>
          <a:spcPct val="20000"/>
        </a:spcBef>
        <a:spcAft>
          <a:spcPct val="0"/>
        </a:spcAft>
        <a:buChar char="»"/>
        <a:defRPr>
          <a:solidFill>
            <a:schemeClr val="tx1"/>
          </a:solidFill>
          <a:latin typeface="+mn-lt"/>
          <a:ea typeface="+mn-ea"/>
        </a:defRPr>
      </a:lvl5pPr>
      <a:lvl6pPr marL="2514600" indent="-228600" algn="l" rtl="0" eaLnBrk="1" fontAlgn="base" hangingPunct="1">
        <a:spcBef>
          <a:spcPct val="20000"/>
        </a:spcBef>
        <a:spcAft>
          <a:spcPct val="0"/>
        </a:spcAft>
        <a:buChar char="»"/>
        <a:defRPr>
          <a:solidFill>
            <a:schemeClr val="tx1"/>
          </a:solidFill>
          <a:latin typeface="+mn-lt"/>
          <a:ea typeface="+mn-ea"/>
        </a:defRPr>
      </a:lvl6pPr>
      <a:lvl7pPr marL="2971800" indent="-228600" algn="l" rtl="0" eaLnBrk="1" fontAlgn="base" hangingPunct="1">
        <a:spcBef>
          <a:spcPct val="20000"/>
        </a:spcBef>
        <a:spcAft>
          <a:spcPct val="0"/>
        </a:spcAft>
        <a:buChar char="»"/>
        <a:defRPr>
          <a:solidFill>
            <a:schemeClr val="tx1"/>
          </a:solidFill>
          <a:latin typeface="+mn-lt"/>
          <a:ea typeface="+mn-ea"/>
        </a:defRPr>
      </a:lvl7pPr>
      <a:lvl8pPr marL="3429000" indent="-228600" algn="l" rtl="0" eaLnBrk="1" fontAlgn="base" hangingPunct="1">
        <a:spcBef>
          <a:spcPct val="20000"/>
        </a:spcBef>
        <a:spcAft>
          <a:spcPct val="0"/>
        </a:spcAft>
        <a:buChar char="»"/>
        <a:defRPr>
          <a:solidFill>
            <a:schemeClr val="tx1"/>
          </a:solidFill>
          <a:latin typeface="+mn-lt"/>
          <a:ea typeface="+mn-ea"/>
        </a:defRPr>
      </a:lvl8pPr>
      <a:lvl9pPr marL="3886200" indent="-228600" algn="l" rtl="0" eaLnBrk="1" fontAlgn="base" hangingPunct="1">
        <a:spcBef>
          <a:spcPct val="20000"/>
        </a:spcBef>
        <a:spcAft>
          <a:spcPct val="0"/>
        </a:spcAft>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notesSlide" Target="../notesSlides/notesSlide1.xml"/><Relationship Id="rId7" Type="http://schemas.openxmlformats.org/officeDocument/2006/relationships/image" Target="../media/image8.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10.png"/><Relationship Id="rId10" Type="http://schemas.openxmlformats.org/officeDocument/2006/relationships/image" Target="../media/image284.png"/><Relationship Id="rId4" Type="http://schemas.openxmlformats.org/officeDocument/2006/relationships/image" Target="../media/image282.png"/><Relationship Id="rId9" Type="http://schemas.openxmlformats.org/officeDocument/2006/relationships/image" Target="../media/image9.wmf"/></Relationships>
</file>

<file path=ppt/slides/_rels/slide2.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notesSlide" Target="../notesSlides/notesSlide2.xml"/><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284.png"/><Relationship Id="rId5" Type="http://schemas.openxmlformats.org/officeDocument/2006/relationships/image" Target="../media/image13.png"/><Relationship Id="rId10" Type="http://schemas.openxmlformats.org/officeDocument/2006/relationships/image" Target="../media/image12.wmf"/><Relationship Id="rId4" Type="http://schemas.openxmlformats.org/officeDocument/2006/relationships/image" Target="../media/image287.png"/><Relationship Id="rId9" Type="http://schemas.openxmlformats.org/officeDocument/2006/relationships/oleObject" Target="../embeddings/oleObject4.bin"/></Relationships>
</file>

<file path=ppt/slides/_rels/slide3.xml.rels><?xml version="1.0" encoding="UTF-8" standalone="yes"?>
<Relationships xmlns="http://schemas.openxmlformats.org/package/2006/relationships"><Relationship Id="rId8" Type="http://schemas.openxmlformats.org/officeDocument/2006/relationships/image" Target="../media/image295.png"/><Relationship Id="rId3" Type="http://schemas.openxmlformats.org/officeDocument/2006/relationships/notesSlide" Target="../notesSlides/notesSlide3.xml"/><Relationship Id="rId7" Type="http://schemas.openxmlformats.org/officeDocument/2006/relationships/image" Target="../media/image294.png"/><Relationship Id="rId12" Type="http://schemas.openxmlformats.org/officeDocument/2006/relationships/image" Target="../media/image15.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290.png"/><Relationship Id="rId11" Type="http://schemas.openxmlformats.org/officeDocument/2006/relationships/oleObject" Target="../embeddings/oleObject6.bin"/><Relationship Id="rId5" Type="http://schemas.openxmlformats.org/officeDocument/2006/relationships/image" Target="../media/image16.png"/><Relationship Id="rId10" Type="http://schemas.openxmlformats.org/officeDocument/2006/relationships/image" Target="../media/image14.wmf"/><Relationship Id="rId4" Type="http://schemas.openxmlformats.org/officeDocument/2006/relationships/image" Target="../media/image291.png"/><Relationship Id="rId9" Type="http://schemas.openxmlformats.org/officeDocument/2006/relationships/oleObject" Target="../embeddings/oleObject5.bin"/></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03.png"/><Relationship Id="rId7"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7-6 </a:t>
            </a:r>
            <a:r>
              <a:rPr lang="zh-CN" altLang="en-US" dirty="0"/>
              <a:t>对称结构的计算</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2016-01-04</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467544" y="1412776"/>
            <a:ext cx="8208912" cy="769441"/>
          </a:xfrm>
          <a:prstGeom prst="rect">
            <a:avLst/>
          </a:prstGeom>
          <a:noFill/>
        </p:spPr>
        <p:txBody>
          <a:bodyPr wrap="square" rtlCol="0">
            <a:spAutoFit/>
          </a:bodyPr>
          <a:lstStyle/>
          <a:p>
            <a:r>
              <a:rPr lang="zh-CN" altLang="en-US" sz="2200" dirty="0">
                <a:latin typeface="楷体" panose="02010609060101010101" pitchFamily="49" charset="-122"/>
                <a:ea typeface="楷体" panose="02010609060101010101" pitchFamily="49" charset="-122"/>
              </a:rPr>
              <a:t>对于对称结构用位移法求解时，可以取半边结构进行计算，所以下面先介绍</a:t>
            </a:r>
            <a:r>
              <a:rPr lang="zh-CN" altLang="en-US" sz="2200" b="1" dirty="0">
                <a:solidFill>
                  <a:srgbClr val="0D20AB"/>
                </a:solidFill>
                <a:latin typeface="楷体" panose="02010609060101010101" pitchFamily="49" charset="-122"/>
                <a:ea typeface="楷体" panose="02010609060101010101" pitchFamily="49" charset="-122"/>
              </a:rPr>
              <a:t>半边结构的取法</a:t>
            </a:r>
            <a:r>
              <a:rPr lang="zh-CN" altLang="en-US" sz="2200" dirty="0">
                <a:latin typeface="楷体" panose="02010609060101010101" pitchFamily="49" charset="-122"/>
                <a:ea typeface="楷体" panose="02010609060101010101" pitchFamily="49" charset="-122"/>
              </a:rPr>
              <a:t>。</a:t>
            </a:r>
          </a:p>
        </p:txBody>
      </p:sp>
      <p:sp>
        <p:nvSpPr>
          <p:cNvPr id="4" name="TextBox 3"/>
          <p:cNvSpPr txBox="1"/>
          <p:nvPr/>
        </p:nvSpPr>
        <p:spPr>
          <a:xfrm>
            <a:off x="747625" y="2182217"/>
            <a:ext cx="4688471" cy="400110"/>
          </a:xfrm>
          <a:prstGeom prst="rect">
            <a:avLst/>
          </a:prstGeom>
          <a:noFill/>
        </p:spPr>
        <p:txBody>
          <a:bodyPr wrap="square" rtlCol="0">
            <a:spAutoFit/>
          </a:bodyPr>
          <a:lstStyle/>
          <a:p>
            <a:pPr marL="457200" indent="-457200">
              <a:buFont typeface="+mj-lt"/>
              <a:buAutoNum type="arabicPeriod"/>
            </a:pPr>
            <a:r>
              <a:rPr lang="zh-CN" altLang="en-US" sz="2000" dirty="0">
                <a:latin typeface="楷体" panose="02010609060101010101" pitchFamily="49" charset="-122"/>
                <a:ea typeface="楷体" panose="02010609060101010101" pitchFamily="49" charset="-122"/>
              </a:rPr>
              <a:t>奇数跨对称结构在对称荷载作用下</a:t>
            </a:r>
          </a:p>
        </p:txBody>
      </p:sp>
      <mc:AlternateContent xmlns:mc="http://schemas.openxmlformats.org/markup-compatibility/2006" xmlns:a14="http://schemas.microsoft.com/office/drawing/2010/main">
        <mc:Choice Requires="a14">
          <p:sp>
            <p:nvSpPr>
              <p:cNvPr id="6" name="TextBox 5"/>
              <p:cNvSpPr txBox="1"/>
              <p:nvPr/>
            </p:nvSpPr>
            <p:spPr>
              <a:xfrm>
                <a:off x="1187624" y="2582327"/>
                <a:ext cx="5400600"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以单跨刚架为例，对称点</a:t>
                </a:r>
                <a14:m>
                  <m:oMath xmlns:m="http://schemas.openxmlformats.org/officeDocument/2006/math">
                    <m:r>
                      <a:rPr lang="en-US" altLang="zh-CN" b="0" i="1" smtClean="0">
                        <a:latin typeface="Cambria Math"/>
                      </a:rPr>
                      <m:t>𝐶</m:t>
                    </m:r>
                  </m:oMath>
                </a14:m>
                <a:r>
                  <a:rPr lang="zh-CN" altLang="en-US" dirty="0">
                    <a:latin typeface="楷体" panose="02010609060101010101" pitchFamily="49" charset="-122"/>
                    <a:ea typeface="楷体" panose="02010609060101010101" pitchFamily="49" charset="-122"/>
                  </a:rPr>
                  <a:t>的位移和内力如下：</a:t>
                </a:r>
              </a:p>
            </p:txBody>
          </p:sp>
        </mc:Choice>
        <mc:Fallback xmlns="">
          <p:sp>
            <p:nvSpPr>
              <p:cNvPr id="6" name="TextBox 5"/>
              <p:cNvSpPr txBox="1">
                <a:spLocks noRot="1" noChangeAspect="1" noMove="1" noResize="1" noEditPoints="1" noAdjustHandles="1" noChangeArrowheads="1" noChangeShapeType="1" noTextEdit="1"/>
              </p:cNvSpPr>
              <p:nvPr/>
            </p:nvSpPr>
            <p:spPr>
              <a:xfrm>
                <a:off x="1187624" y="2582327"/>
                <a:ext cx="5400600" cy="369332"/>
              </a:xfrm>
              <a:prstGeom prst="rect">
                <a:avLst/>
              </a:prstGeom>
              <a:blipFill rotWithShape="1">
                <a:blip r:embed="rId4"/>
                <a:stretch>
                  <a:fillRect l="-1016" t="-11667" b="-23333"/>
                </a:stretch>
              </a:blipFill>
            </p:spPr>
            <p:txBody>
              <a:bodyPr/>
              <a:lstStyle/>
              <a:p>
                <a:r>
                  <a:rPr lang="zh-CN" altLang="en-US">
                    <a:noFill/>
                  </a:rPr>
                  <a:t> </a:t>
                </a:r>
              </a:p>
            </p:txBody>
          </p:sp>
        </mc:Fallback>
      </mc:AlternateContent>
      <p:pic>
        <p:nvPicPr>
          <p:cNvPr id="96257" name="Picture 1" descr="C:\Users\Administrator\AppData\Roaming\Tencent\Users\42337577\QQ\WinTemp\RichOle\D{DPIP~S9~U213GO3W]_`%C.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7625" y="2959610"/>
            <a:ext cx="1981200" cy="178117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2987824" y="2951659"/>
            <a:ext cx="2520280" cy="1323439"/>
          </a:xfrm>
          <a:prstGeom prst="rect">
            <a:avLst/>
          </a:prstGeom>
          <a:noFill/>
        </p:spPr>
        <p:txBody>
          <a:bodyPr wrap="square" rtlCol="0">
            <a:spAutoFit/>
          </a:bodyPr>
          <a:lstStyle/>
          <a:p>
            <a:r>
              <a:rPr lang="zh-CN" altLang="en-US" sz="1600" dirty="0">
                <a:latin typeface="楷体" panose="02010609060101010101" pitchFamily="49" charset="-122"/>
                <a:ea typeface="楷体" panose="02010609060101010101" pitchFamily="49" charset="-122"/>
              </a:rPr>
              <a:t>  变形正对称，对称轴截面不能水平移动，也不能转动，但是可以竖向移动，取半边结构时可以用</a:t>
            </a:r>
            <a:r>
              <a:rPr lang="zh-CN" altLang="en-US" sz="1600" dirty="0">
                <a:solidFill>
                  <a:srgbClr val="FF0000"/>
                </a:solidFill>
                <a:latin typeface="楷体" panose="02010609060101010101" pitchFamily="49" charset="-122"/>
                <a:ea typeface="楷体" panose="02010609060101010101" pitchFamily="49" charset="-122"/>
              </a:rPr>
              <a:t>滑动支座</a:t>
            </a:r>
            <a:r>
              <a:rPr lang="zh-CN" altLang="en-US" sz="1600" dirty="0">
                <a:latin typeface="楷体" panose="02010609060101010101" pitchFamily="49" charset="-122"/>
                <a:ea typeface="楷体" panose="02010609060101010101" pitchFamily="49" charset="-122"/>
              </a:rPr>
              <a:t>代替对称轴截面。</a:t>
            </a:r>
          </a:p>
        </p:txBody>
      </p:sp>
      <p:sp>
        <p:nvSpPr>
          <p:cNvPr id="8" name="TextBox 7"/>
          <p:cNvSpPr txBox="1"/>
          <p:nvPr/>
        </p:nvSpPr>
        <p:spPr>
          <a:xfrm>
            <a:off x="2987824" y="4298790"/>
            <a:ext cx="2448272" cy="584775"/>
          </a:xfrm>
          <a:prstGeom prst="rect">
            <a:avLst/>
          </a:prstGeom>
          <a:noFill/>
        </p:spPr>
        <p:txBody>
          <a:bodyPr wrap="square" rtlCol="0">
            <a:spAutoFit/>
          </a:bodyPr>
          <a:lstStyle/>
          <a:p>
            <a:r>
              <a:rPr lang="zh-CN" altLang="en-US" sz="1600" dirty="0">
                <a:latin typeface="楷体" panose="02010609060101010101" pitchFamily="49" charset="-122"/>
                <a:ea typeface="楷体" panose="02010609060101010101" pitchFamily="49" charset="-122"/>
              </a:rPr>
              <a:t>  对称轴截面上一般有弯矩和轴力，但没有剪力。</a:t>
            </a:r>
          </a:p>
        </p:txBody>
      </p:sp>
      <p:grpSp>
        <p:nvGrpSpPr>
          <p:cNvPr id="12" name="组合 11"/>
          <p:cNvGrpSpPr/>
          <p:nvPr/>
        </p:nvGrpSpPr>
        <p:grpSpPr>
          <a:xfrm>
            <a:off x="6084168" y="3284984"/>
            <a:ext cx="2520280" cy="1368152"/>
            <a:chOff x="6084168" y="3284984"/>
            <a:chExt cx="2520280" cy="1368152"/>
          </a:xfrm>
        </p:grpSpPr>
        <p:graphicFrame>
          <p:nvGraphicFramePr>
            <p:cNvPr id="9" name="对象 8"/>
            <p:cNvGraphicFramePr>
              <a:graphicFrameLocks noChangeAspect="1"/>
            </p:cNvGraphicFramePr>
            <p:nvPr>
              <p:extLst>
                <p:ext uri="{D42A27DB-BD31-4B8C-83A1-F6EECF244321}">
                  <p14:modId xmlns:p14="http://schemas.microsoft.com/office/powerpoint/2010/main" val="3691956531"/>
                </p:ext>
              </p:extLst>
            </p:nvPr>
          </p:nvGraphicFramePr>
          <p:xfrm>
            <a:off x="6300192" y="3429000"/>
            <a:ext cx="736600" cy="1028700"/>
          </p:xfrm>
          <a:graphic>
            <a:graphicData uri="http://schemas.openxmlformats.org/presentationml/2006/ole">
              <mc:AlternateContent xmlns:mc="http://schemas.openxmlformats.org/markup-compatibility/2006">
                <mc:Choice xmlns:v="urn:schemas-microsoft-com:vml" Requires="v">
                  <p:oleObj spid="_x0000_s96386" name="Equation" r:id="rId6" imgW="736560" imgH="1028520" progId="Equation.DSMT4">
                    <p:embed/>
                  </p:oleObj>
                </mc:Choice>
                <mc:Fallback>
                  <p:oleObj name="Equation" r:id="rId6" imgW="736560" imgH="1028520" progId="Equation.DSMT4">
                    <p:embed/>
                    <p:pic>
                      <p:nvPicPr>
                        <p:cNvPr id="0" name=""/>
                        <p:cNvPicPr/>
                        <p:nvPr/>
                      </p:nvPicPr>
                      <p:blipFill>
                        <a:blip r:embed="rId7"/>
                        <a:stretch>
                          <a:fillRect/>
                        </a:stretch>
                      </p:blipFill>
                      <p:spPr>
                        <a:xfrm>
                          <a:off x="6300192" y="3429000"/>
                          <a:ext cx="736600" cy="1028700"/>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273428894"/>
                </p:ext>
              </p:extLst>
            </p:nvPr>
          </p:nvGraphicFramePr>
          <p:xfrm>
            <a:off x="7668344" y="3429000"/>
            <a:ext cx="723900" cy="1028700"/>
          </p:xfrm>
          <a:graphic>
            <a:graphicData uri="http://schemas.openxmlformats.org/presentationml/2006/ole">
              <mc:AlternateContent xmlns:mc="http://schemas.openxmlformats.org/markup-compatibility/2006">
                <mc:Choice xmlns:v="urn:schemas-microsoft-com:vml" Requires="v">
                  <p:oleObj spid="_x0000_s96387" name="Equation" r:id="rId8" imgW="723600" imgH="1028520" progId="Equation.DSMT4">
                    <p:embed/>
                  </p:oleObj>
                </mc:Choice>
                <mc:Fallback>
                  <p:oleObj name="Equation" r:id="rId8" imgW="723600" imgH="1028520" progId="Equation.DSMT4">
                    <p:embed/>
                    <p:pic>
                      <p:nvPicPr>
                        <p:cNvPr id="0" name=""/>
                        <p:cNvPicPr/>
                        <p:nvPr/>
                      </p:nvPicPr>
                      <p:blipFill>
                        <a:blip r:embed="rId9"/>
                        <a:stretch>
                          <a:fillRect/>
                        </a:stretch>
                      </p:blipFill>
                      <p:spPr>
                        <a:xfrm>
                          <a:off x="7668344" y="3429000"/>
                          <a:ext cx="723900" cy="1028700"/>
                        </a:xfrm>
                        <a:prstGeom prst="rect">
                          <a:avLst/>
                        </a:prstGeom>
                      </p:spPr>
                    </p:pic>
                  </p:oleObj>
                </mc:Fallback>
              </mc:AlternateContent>
            </a:graphicData>
          </a:graphic>
        </p:graphicFrame>
        <p:sp>
          <p:nvSpPr>
            <p:cNvPr id="11" name="矩形 10"/>
            <p:cNvSpPr/>
            <p:nvPr/>
          </p:nvSpPr>
          <p:spPr bwMode="auto">
            <a:xfrm>
              <a:off x="6084168" y="3284984"/>
              <a:ext cx="2520280" cy="1368152"/>
            </a:xfrm>
            <a:prstGeom prst="rect">
              <a:avLst/>
            </a:prstGeom>
            <a:noFill/>
            <a:ln w="2857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grpSp>
        <p:nvGrpSpPr>
          <p:cNvPr id="96264" name="组合 96263"/>
          <p:cNvGrpSpPr/>
          <p:nvPr/>
        </p:nvGrpSpPr>
        <p:grpSpPr>
          <a:xfrm>
            <a:off x="1035657" y="5077232"/>
            <a:ext cx="987797" cy="1304096"/>
            <a:chOff x="1035657" y="5077232"/>
            <a:chExt cx="987797" cy="1304096"/>
          </a:xfrm>
        </p:grpSpPr>
        <p:grpSp>
          <p:nvGrpSpPr>
            <p:cNvPr id="96258" name="组合 96257"/>
            <p:cNvGrpSpPr/>
            <p:nvPr/>
          </p:nvGrpSpPr>
          <p:grpSpPr>
            <a:xfrm>
              <a:off x="1187624" y="5229200"/>
              <a:ext cx="550601" cy="1080120"/>
              <a:chOff x="1187624" y="5229200"/>
              <a:chExt cx="550601" cy="1080120"/>
            </a:xfrm>
          </p:grpSpPr>
          <p:cxnSp>
            <p:nvCxnSpPr>
              <p:cNvPr id="15" name="直接连接符 14"/>
              <p:cNvCxnSpPr/>
              <p:nvPr/>
            </p:nvCxnSpPr>
            <p:spPr bwMode="auto">
              <a:xfrm>
                <a:off x="1187624" y="5229200"/>
                <a:ext cx="0" cy="1080120"/>
              </a:xfrm>
              <a:prstGeom prst="line">
                <a:avLst/>
              </a:prstGeom>
              <a:solidFill>
                <a:schemeClr val="accent1"/>
              </a:solidFill>
              <a:ln w="12700" cap="flat" cmpd="sng" algn="ctr">
                <a:solidFill>
                  <a:srgbClr val="0070C0"/>
                </a:solidFill>
                <a:prstDash val="solid"/>
                <a:round/>
                <a:headEnd type="none" w="med" len="med"/>
                <a:tailEnd type="none" w="med" len="med"/>
              </a:ln>
              <a:effectLst/>
            </p:spPr>
          </p:cxnSp>
          <p:cxnSp>
            <p:nvCxnSpPr>
              <p:cNvPr id="17" name="直接连接符 16"/>
              <p:cNvCxnSpPr/>
              <p:nvPr/>
            </p:nvCxnSpPr>
            <p:spPr bwMode="auto">
              <a:xfrm>
                <a:off x="1187624" y="5229200"/>
                <a:ext cx="550601" cy="0"/>
              </a:xfrm>
              <a:prstGeom prst="line">
                <a:avLst/>
              </a:prstGeom>
              <a:solidFill>
                <a:schemeClr val="accent1"/>
              </a:solidFill>
              <a:ln w="12700" cap="flat" cmpd="sng" algn="ctr">
                <a:solidFill>
                  <a:srgbClr val="0070C0"/>
                </a:solidFill>
                <a:prstDash val="solid"/>
                <a:round/>
                <a:headEnd type="none" w="med" len="med"/>
                <a:tailEnd type="none" w="med" len="med"/>
              </a:ln>
              <a:effectLst/>
            </p:spPr>
          </p:cxnSp>
        </p:grpSp>
        <p:cxnSp>
          <p:nvCxnSpPr>
            <p:cNvPr id="20" name="直接连接符 19"/>
            <p:cNvCxnSpPr/>
            <p:nvPr/>
          </p:nvCxnSpPr>
          <p:spPr bwMode="auto">
            <a:xfrm>
              <a:off x="1035657" y="6317271"/>
              <a:ext cx="288032" cy="0"/>
            </a:xfrm>
            <a:prstGeom prst="line">
              <a:avLst/>
            </a:prstGeom>
            <a:solidFill>
              <a:schemeClr val="accent1"/>
            </a:solidFill>
            <a:ln w="19050" cap="flat" cmpd="sng" algn="ctr">
              <a:solidFill>
                <a:srgbClr val="0070C0"/>
              </a:solidFill>
              <a:prstDash val="solid"/>
              <a:round/>
              <a:headEnd type="none" w="med" len="med"/>
              <a:tailEnd type="none" w="med" len="med"/>
            </a:ln>
            <a:effectLst/>
          </p:spPr>
        </p:cxnSp>
        <p:cxnSp>
          <p:nvCxnSpPr>
            <p:cNvPr id="22" name="直接连接符 21"/>
            <p:cNvCxnSpPr/>
            <p:nvPr/>
          </p:nvCxnSpPr>
          <p:spPr bwMode="auto">
            <a:xfrm flipH="1">
              <a:off x="1035657" y="6317271"/>
              <a:ext cx="79959" cy="64057"/>
            </a:xfrm>
            <a:prstGeom prst="line">
              <a:avLst/>
            </a:prstGeom>
            <a:solidFill>
              <a:schemeClr val="accent1"/>
            </a:solidFill>
            <a:ln w="9525" cap="flat" cmpd="sng" algn="ctr">
              <a:solidFill>
                <a:srgbClr val="0070C0"/>
              </a:solidFill>
              <a:prstDash val="solid"/>
              <a:round/>
              <a:headEnd type="none" w="med" len="med"/>
              <a:tailEnd type="none" w="med" len="med"/>
            </a:ln>
            <a:effectLst/>
          </p:spPr>
        </p:cxnSp>
        <p:cxnSp>
          <p:nvCxnSpPr>
            <p:cNvPr id="24" name="直接连接符 23"/>
            <p:cNvCxnSpPr/>
            <p:nvPr/>
          </p:nvCxnSpPr>
          <p:spPr bwMode="auto">
            <a:xfrm flipH="1">
              <a:off x="1108098" y="6317271"/>
              <a:ext cx="79959" cy="64057"/>
            </a:xfrm>
            <a:prstGeom prst="line">
              <a:avLst/>
            </a:prstGeom>
            <a:solidFill>
              <a:schemeClr val="accent1"/>
            </a:solidFill>
            <a:ln w="9525" cap="flat" cmpd="sng" algn="ctr">
              <a:solidFill>
                <a:srgbClr val="0070C0"/>
              </a:solidFill>
              <a:prstDash val="solid"/>
              <a:round/>
              <a:headEnd type="none" w="med" len="med"/>
              <a:tailEnd type="none" w="med" len="med"/>
            </a:ln>
            <a:effectLst/>
          </p:spPr>
        </p:cxnSp>
        <p:cxnSp>
          <p:nvCxnSpPr>
            <p:cNvPr id="25" name="直接连接符 24"/>
            <p:cNvCxnSpPr/>
            <p:nvPr/>
          </p:nvCxnSpPr>
          <p:spPr bwMode="auto">
            <a:xfrm flipH="1">
              <a:off x="1175257" y="6317271"/>
              <a:ext cx="79959" cy="64057"/>
            </a:xfrm>
            <a:prstGeom prst="line">
              <a:avLst/>
            </a:prstGeom>
            <a:solidFill>
              <a:schemeClr val="accent1"/>
            </a:solidFill>
            <a:ln w="9525" cap="flat" cmpd="sng" algn="ctr">
              <a:solidFill>
                <a:srgbClr val="0070C0"/>
              </a:solidFill>
              <a:prstDash val="solid"/>
              <a:round/>
              <a:headEnd type="none" w="med" len="med"/>
              <a:tailEnd type="none" w="med" len="med"/>
            </a:ln>
            <a:effectLst/>
          </p:spPr>
        </p:cxnSp>
        <p:cxnSp>
          <p:nvCxnSpPr>
            <p:cNvPr id="26" name="直接连接符 25"/>
            <p:cNvCxnSpPr/>
            <p:nvPr/>
          </p:nvCxnSpPr>
          <p:spPr bwMode="auto">
            <a:xfrm>
              <a:off x="1738225" y="5077233"/>
              <a:ext cx="0" cy="288032"/>
            </a:xfrm>
            <a:prstGeom prst="line">
              <a:avLst/>
            </a:prstGeom>
            <a:solidFill>
              <a:schemeClr val="accent1"/>
            </a:solidFill>
            <a:ln w="19050" cap="flat" cmpd="sng" algn="ctr">
              <a:solidFill>
                <a:srgbClr val="0070C0"/>
              </a:solidFill>
              <a:prstDash val="solid"/>
              <a:round/>
              <a:headEnd type="none" w="med" len="med"/>
              <a:tailEnd type="none" w="med" len="med"/>
            </a:ln>
            <a:effectLst/>
          </p:spPr>
        </p:cxnSp>
        <p:sp>
          <p:nvSpPr>
            <p:cNvPr id="27" name="椭圆 26"/>
            <p:cNvSpPr/>
            <p:nvPr/>
          </p:nvSpPr>
          <p:spPr bwMode="auto">
            <a:xfrm>
              <a:off x="1745993" y="5101086"/>
              <a:ext cx="45719" cy="45719"/>
            </a:xfrm>
            <a:prstGeom prst="ellipse">
              <a:avLst/>
            </a:prstGeom>
            <a:noFill/>
            <a:ln w="1270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rgbClr val="0070C0"/>
                </a:solidFill>
                <a:effectLst/>
                <a:latin typeface="Arial" pitchFamily="34" charset="0"/>
                <a:ea typeface="华文细黑" pitchFamily="2" charset="-122"/>
              </a:endParaRPr>
            </a:p>
          </p:txBody>
        </p:sp>
        <p:sp>
          <p:nvSpPr>
            <p:cNvPr id="29" name="椭圆 28"/>
            <p:cNvSpPr/>
            <p:nvPr/>
          </p:nvSpPr>
          <p:spPr bwMode="auto">
            <a:xfrm>
              <a:off x="1746176" y="5301190"/>
              <a:ext cx="45719" cy="45719"/>
            </a:xfrm>
            <a:prstGeom prst="ellipse">
              <a:avLst/>
            </a:prstGeom>
            <a:noFill/>
            <a:ln w="1270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rgbClr val="0070C0"/>
                </a:solidFill>
                <a:effectLst/>
                <a:latin typeface="Arial" pitchFamily="34" charset="0"/>
                <a:ea typeface="华文细黑" pitchFamily="2" charset="-122"/>
              </a:endParaRPr>
            </a:p>
          </p:txBody>
        </p:sp>
        <p:sp>
          <p:nvSpPr>
            <p:cNvPr id="30" name="椭圆 29"/>
            <p:cNvSpPr/>
            <p:nvPr/>
          </p:nvSpPr>
          <p:spPr bwMode="auto">
            <a:xfrm>
              <a:off x="1918987" y="5101085"/>
              <a:ext cx="45719" cy="45719"/>
            </a:xfrm>
            <a:prstGeom prst="ellipse">
              <a:avLst/>
            </a:prstGeom>
            <a:noFill/>
            <a:ln w="1270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rgbClr val="0070C0"/>
                </a:solidFill>
                <a:effectLst/>
                <a:latin typeface="Arial" pitchFamily="34" charset="0"/>
                <a:ea typeface="华文细黑" pitchFamily="2" charset="-122"/>
              </a:endParaRPr>
            </a:p>
          </p:txBody>
        </p:sp>
        <p:sp>
          <p:nvSpPr>
            <p:cNvPr id="31" name="椭圆 30"/>
            <p:cNvSpPr/>
            <p:nvPr/>
          </p:nvSpPr>
          <p:spPr bwMode="auto">
            <a:xfrm>
              <a:off x="1907704" y="5297868"/>
              <a:ext cx="45719" cy="45719"/>
            </a:xfrm>
            <a:prstGeom prst="ellipse">
              <a:avLst/>
            </a:prstGeom>
            <a:noFill/>
            <a:ln w="1270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rgbClr val="0070C0"/>
                </a:solidFill>
                <a:effectLst/>
                <a:latin typeface="Arial" pitchFamily="34" charset="0"/>
                <a:ea typeface="华文细黑" pitchFamily="2" charset="-122"/>
              </a:endParaRPr>
            </a:p>
          </p:txBody>
        </p:sp>
        <p:cxnSp>
          <p:nvCxnSpPr>
            <p:cNvPr id="96256" name="直接连接符 96255"/>
            <p:cNvCxnSpPr>
              <a:stCxn id="27" idx="6"/>
            </p:cNvCxnSpPr>
            <p:nvPr/>
          </p:nvCxnSpPr>
          <p:spPr bwMode="auto">
            <a:xfrm flipV="1">
              <a:off x="1791712" y="5123945"/>
              <a:ext cx="115992" cy="1"/>
            </a:xfrm>
            <a:prstGeom prst="line">
              <a:avLst/>
            </a:prstGeom>
            <a:solidFill>
              <a:schemeClr val="accent1"/>
            </a:solidFill>
            <a:ln w="9525" cap="flat" cmpd="sng" algn="ctr">
              <a:solidFill>
                <a:srgbClr val="0070C0"/>
              </a:solidFill>
              <a:prstDash val="solid"/>
              <a:round/>
              <a:headEnd type="none" w="med" len="med"/>
              <a:tailEnd type="none" w="med" len="med"/>
            </a:ln>
            <a:effectLst/>
          </p:spPr>
        </p:cxnSp>
        <p:cxnSp>
          <p:nvCxnSpPr>
            <p:cNvPr id="34" name="直接连接符 33"/>
            <p:cNvCxnSpPr/>
            <p:nvPr/>
          </p:nvCxnSpPr>
          <p:spPr bwMode="auto">
            <a:xfrm flipV="1">
              <a:off x="1791712" y="5320728"/>
              <a:ext cx="115992" cy="1"/>
            </a:xfrm>
            <a:prstGeom prst="line">
              <a:avLst/>
            </a:prstGeom>
            <a:solidFill>
              <a:schemeClr val="accent1"/>
            </a:solidFill>
            <a:ln w="9525" cap="flat" cmpd="sng" algn="ctr">
              <a:solidFill>
                <a:srgbClr val="0070C0"/>
              </a:solidFill>
              <a:prstDash val="solid"/>
              <a:round/>
              <a:headEnd type="none" w="med" len="med"/>
              <a:tailEnd type="none" w="med" len="med"/>
            </a:ln>
            <a:effectLst/>
          </p:spPr>
        </p:cxnSp>
        <p:cxnSp>
          <p:nvCxnSpPr>
            <p:cNvPr id="35" name="直接连接符 34"/>
            <p:cNvCxnSpPr/>
            <p:nvPr/>
          </p:nvCxnSpPr>
          <p:spPr bwMode="auto">
            <a:xfrm>
              <a:off x="1962921" y="5077232"/>
              <a:ext cx="0" cy="288032"/>
            </a:xfrm>
            <a:prstGeom prst="line">
              <a:avLst/>
            </a:prstGeom>
            <a:solidFill>
              <a:schemeClr val="accent1"/>
            </a:solidFill>
            <a:ln w="19050" cap="flat" cmpd="sng" algn="ctr">
              <a:solidFill>
                <a:srgbClr val="0070C0"/>
              </a:solidFill>
              <a:prstDash val="solid"/>
              <a:round/>
              <a:headEnd type="none" w="med" len="med"/>
              <a:tailEnd type="none" w="med" len="med"/>
            </a:ln>
            <a:effectLst/>
          </p:spPr>
        </p:cxnSp>
        <p:cxnSp>
          <p:nvCxnSpPr>
            <p:cNvPr id="96260" name="直接连接符 96259"/>
            <p:cNvCxnSpPr>
              <a:stCxn id="30" idx="5"/>
            </p:cNvCxnSpPr>
            <p:nvPr/>
          </p:nvCxnSpPr>
          <p:spPr bwMode="auto">
            <a:xfrm flipV="1">
              <a:off x="1958011" y="5101086"/>
              <a:ext cx="58159" cy="39023"/>
            </a:xfrm>
            <a:prstGeom prst="line">
              <a:avLst/>
            </a:prstGeom>
            <a:solidFill>
              <a:schemeClr val="accent1"/>
            </a:solidFill>
            <a:ln w="9525" cap="flat" cmpd="sng" algn="ctr">
              <a:solidFill>
                <a:srgbClr val="0070C0"/>
              </a:solidFill>
              <a:prstDash val="solid"/>
              <a:round/>
              <a:headEnd type="none" w="med" len="med"/>
              <a:tailEnd type="none" w="med" len="med"/>
            </a:ln>
            <a:effectLst/>
          </p:spPr>
        </p:cxnSp>
        <p:cxnSp>
          <p:nvCxnSpPr>
            <p:cNvPr id="41" name="直接连接符 40"/>
            <p:cNvCxnSpPr/>
            <p:nvPr/>
          </p:nvCxnSpPr>
          <p:spPr bwMode="auto">
            <a:xfrm flipV="1">
              <a:off x="1965295" y="5149104"/>
              <a:ext cx="58159" cy="39023"/>
            </a:xfrm>
            <a:prstGeom prst="line">
              <a:avLst/>
            </a:prstGeom>
            <a:solidFill>
              <a:schemeClr val="accent1"/>
            </a:solidFill>
            <a:ln w="9525" cap="flat" cmpd="sng" algn="ctr">
              <a:solidFill>
                <a:srgbClr val="0070C0"/>
              </a:solidFill>
              <a:prstDash val="solid"/>
              <a:round/>
              <a:headEnd type="none" w="med" len="med"/>
              <a:tailEnd type="none" w="med" len="med"/>
            </a:ln>
            <a:effectLst/>
          </p:spPr>
        </p:cxnSp>
        <p:cxnSp>
          <p:nvCxnSpPr>
            <p:cNvPr id="42" name="直接连接符 41"/>
            <p:cNvCxnSpPr/>
            <p:nvPr/>
          </p:nvCxnSpPr>
          <p:spPr bwMode="auto">
            <a:xfrm flipV="1">
              <a:off x="1965295" y="5213298"/>
              <a:ext cx="58159" cy="39023"/>
            </a:xfrm>
            <a:prstGeom prst="line">
              <a:avLst/>
            </a:prstGeom>
            <a:solidFill>
              <a:schemeClr val="accent1"/>
            </a:solidFill>
            <a:ln w="9525" cap="flat" cmpd="sng" algn="ctr">
              <a:solidFill>
                <a:srgbClr val="0070C0"/>
              </a:solidFill>
              <a:prstDash val="solid"/>
              <a:round/>
              <a:headEnd type="none" w="med" len="med"/>
              <a:tailEnd type="none" w="med" len="med"/>
            </a:ln>
            <a:effectLst/>
          </p:spPr>
        </p:cxnSp>
        <p:cxnSp>
          <p:nvCxnSpPr>
            <p:cNvPr id="43" name="直接连接符 42"/>
            <p:cNvCxnSpPr/>
            <p:nvPr/>
          </p:nvCxnSpPr>
          <p:spPr bwMode="auto">
            <a:xfrm flipV="1">
              <a:off x="1958011" y="5286307"/>
              <a:ext cx="58159" cy="39023"/>
            </a:xfrm>
            <a:prstGeom prst="line">
              <a:avLst/>
            </a:prstGeom>
            <a:solidFill>
              <a:schemeClr val="accent1"/>
            </a:solidFill>
            <a:ln w="9525" cap="flat" cmpd="sng" algn="ctr">
              <a:solidFill>
                <a:srgbClr val="0070C0"/>
              </a:solidFill>
              <a:prstDash val="solid"/>
              <a:round/>
              <a:headEnd type="none" w="med" len="med"/>
              <a:tailEnd type="none" w="med" len="med"/>
            </a:ln>
            <a:effectLst/>
          </p:spPr>
        </p:cxnSp>
        <mc:AlternateContent xmlns:mc="http://schemas.openxmlformats.org/markup-compatibility/2006" xmlns:a14="http://schemas.microsoft.com/office/drawing/2010/main">
          <mc:Choice Requires="a14">
            <p:sp>
              <p:nvSpPr>
                <p:cNvPr id="96263" name="TextBox 96262"/>
                <p:cNvSpPr txBox="1"/>
                <p:nvPr/>
              </p:nvSpPr>
              <p:spPr>
                <a:xfrm>
                  <a:off x="1474984" y="5315513"/>
                  <a:ext cx="354693" cy="276999"/>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200" b="0" i="1" smtClean="0">
                            <a:solidFill>
                              <a:srgbClr val="0070C0"/>
                            </a:solidFill>
                            <a:latin typeface="Cambria Math"/>
                          </a:rPr>
                          <m:t>𝐶</m:t>
                        </m:r>
                      </m:oMath>
                    </m:oMathPara>
                  </a14:m>
                  <a:endParaRPr lang="zh-CN" altLang="en-US" sz="1200" dirty="0">
                    <a:solidFill>
                      <a:srgbClr val="0070C0"/>
                    </a:solidFill>
                  </a:endParaRPr>
                </a:p>
              </p:txBody>
            </p:sp>
          </mc:Choice>
          <mc:Fallback xmlns="">
            <p:sp>
              <p:nvSpPr>
                <p:cNvPr id="96263" name="TextBox 96262"/>
                <p:cNvSpPr txBox="1">
                  <a:spLocks noRot="1" noChangeAspect="1" noMove="1" noResize="1" noEditPoints="1" noAdjustHandles="1" noChangeArrowheads="1" noChangeShapeType="1" noTextEdit="1"/>
                </p:cNvSpPr>
                <p:nvPr/>
              </p:nvSpPr>
              <p:spPr>
                <a:xfrm>
                  <a:off x="1474984" y="5315513"/>
                  <a:ext cx="354693" cy="276999"/>
                </a:xfrm>
                <a:prstGeom prst="rect">
                  <a:avLst/>
                </a:prstGeom>
                <a:blipFill rotWithShape="1">
                  <a:blip r:embed="rId10"/>
                  <a:stretch>
                    <a:fillRect/>
                  </a:stretch>
                </a:blipFill>
                <a:ln>
                  <a:noFill/>
                </a:ln>
              </p:spPr>
              <p:txBody>
                <a:bodyPr/>
                <a:lstStyle/>
                <a:p>
                  <a:r>
                    <a:rPr lang="zh-CN" altLang="en-US">
                      <a:noFill/>
                    </a:rPr>
                    <a:t> </a:t>
                  </a:r>
                </a:p>
              </p:txBody>
            </p:sp>
          </mc:Fallback>
        </mc:AlternateContent>
      </p:grpSp>
    </p:spTree>
    <p:extLst>
      <p:ext uri="{BB962C8B-B14F-4D97-AF65-F5344CB8AC3E}">
        <p14:creationId xmlns:p14="http://schemas.microsoft.com/office/powerpoint/2010/main" val="2191464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625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626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barn(inVertical)">
                                      <p:cBhvr>
                                        <p:cTn id="3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7" grpId="0"/>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7-6 </a:t>
            </a:r>
            <a:r>
              <a:rPr lang="zh-CN" altLang="en-US" dirty="0"/>
              <a:t>对称结构的计算</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2016-01-04</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467544" y="1484784"/>
            <a:ext cx="6552728" cy="400110"/>
          </a:xfrm>
          <a:prstGeom prst="rect">
            <a:avLst/>
          </a:prstGeom>
          <a:noFill/>
        </p:spPr>
        <p:txBody>
          <a:bodyPr wrap="square" rtlCol="0">
            <a:spAutoFit/>
          </a:bodyPr>
          <a:lstStyle/>
          <a:p>
            <a:pPr marL="457200" indent="-457200">
              <a:buFont typeface="+mj-lt"/>
              <a:buAutoNum type="arabicPeriod" startAt="2"/>
            </a:pPr>
            <a:r>
              <a:rPr lang="zh-CN" altLang="en-US" sz="2000" dirty="0">
                <a:latin typeface="楷体" panose="02010609060101010101" pitchFamily="49" charset="-122"/>
                <a:ea typeface="楷体" panose="02010609060101010101" pitchFamily="49" charset="-122"/>
              </a:rPr>
              <a:t>偶数跨对称刚架在对称荷载作用下</a:t>
            </a:r>
          </a:p>
        </p:txBody>
      </p:sp>
      <mc:AlternateContent xmlns:mc="http://schemas.openxmlformats.org/markup-compatibility/2006" xmlns:a14="http://schemas.microsoft.com/office/drawing/2010/main">
        <mc:Choice Requires="a14">
          <p:sp>
            <p:nvSpPr>
              <p:cNvPr id="4" name="TextBox 3"/>
              <p:cNvSpPr txBox="1"/>
              <p:nvPr/>
            </p:nvSpPr>
            <p:spPr>
              <a:xfrm>
                <a:off x="939796" y="2005191"/>
                <a:ext cx="4949304"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以双跨刚架为例，对称点</a:t>
                </a:r>
                <a14:m>
                  <m:oMath xmlns:m="http://schemas.openxmlformats.org/officeDocument/2006/math">
                    <m:r>
                      <a:rPr lang="en-US" altLang="zh-CN" b="0" i="1" smtClean="0">
                        <a:latin typeface="Cambria Math"/>
                      </a:rPr>
                      <m:t>𝐶</m:t>
                    </m:r>
                  </m:oMath>
                </a14:m>
                <a:r>
                  <a:rPr lang="zh-CN" altLang="en-US" dirty="0">
                    <a:latin typeface="楷体" panose="02010609060101010101" pitchFamily="49" charset="-122"/>
                    <a:ea typeface="楷体" panose="02010609060101010101" pitchFamily="49" charset="-122"/>
                  </a:rPr>
                  <a:t>的位移和内力如下：</a:t>
                </a:r>
              </a:p>
            </p:txBody>
          </p:sp>
        </mc:Choice>
        <mc:Fallback xmlns="">
          <p:sp>
            <p:nvSpPr>
              <p:cNvPr id="4" name="TextBox 3"/>
              <p:cNvSpPr txBox="1">
                <a:spLocks noRot="1" noChangeAspect="1" noMove="1" noResize="1" noEditPoints="1" noAdjustHandles="1" noChangeArrowheads="1" noChangeShapeType="1" noTextEdit="1"/>
              </p:cNvSpPr>
              <p:nvPr/>
            </p:nvSpPr>
            <p:spPr>
              <a:xfrm>
                <a:off x="939796" y="2005191"/>
                <a:ext cx="4949304" cy="369332"/>
              </a:xfrm>
              <a:prstGeom prst="rect">
                <a:avLst/>
              </a:prstGeom>
              <a:blipFill rotWithShape="1">
                <a:blip r:embed="rId4"/>
                <a:stretch>
                  <a:fillRect l="-985" t="-11475" r="-123" b="-21311"/>
                </a:stretch>
              </a:blipFill>
            </p:spPr>
            <p:txBody>
              <a:bodyPr/>
              <a:lstStyle/>
              <a:p>
                <a:r>
                  <a:rPr lang="zh-CN" altLang="en-US">
                    <a:noFill/>
                  </a:rPr>
                  <a:t> </a:t>
                </a:r>
              </a:p>
            </p:txBody>
          </p:sp>
        </mc:Fallback>
      </mc:AlternateContent>
      <p:pic>
        <p:nvPicPr>
          <p:cNvPr id="97281" name="Picture 1" descr="C:\Users\Administrator\AppData\Roaming\Tencent\Users\42337577\QQ\WinTemp\RichOle\{4[_M8CP{%~$]QHD@KULZB8.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9796" y="2374523"/>
            <a:ext cx="2838450" cy="18383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211960" y="2492896"/>
            <a:ext cx="4536504" cy="1200329"/>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  变形正对称，对称轴截面无水平位移和角位移，又因忽略竖柱的轴向变形，故对称轴截面也不会产生竖向线位移，可以用</a:t>
            </a:r>
            <a:r>
              <a:rPr lang="zh-CN" altLang="en-US" dirty="0">
                <a:solidFill>
                  <a:srgbClr val="FF0000"/>
                </a:solidFill>
                <a:latin typeface="楷体" panose="02010609060101010101" pitchFamily="49" charset="-122"/>
                <a:ea typeface="楷体" panose="02010609060101010101" pitchFamily="49" charset="-122"/>
              </a:rPr>
              <a:t>固定端支座</a:t>
            </a:r>
            <a:r>
              <a:rPr lang="zh-CN" altLang="en-US" dirty="0">
                <a:latin typeface="楷体" panose="02010609060101010101" pitchFamily="49" charset="-122"/>
                <a:ea typeface="楷体" panose="02010609060101010101" pitchFamily="49" charset="-122"/>
              </a:rPr>
              <a:t>代替。</a:t>
            </a:r>
          </a:p>
        </p:txBody>
      </p:sp>
      <p:sp>
        <p:nvSpPr>
          <p:cNvPr id="6" name="TextBox 5"/>
          <p:cNvSpPr txBox="1"/>
          <p:nvPr/>
        </p:nvSpPr>
        <p:spPr>
          <a:xfrm>
            <a:off x="4283968" y="3789040"/>
            <a:ext cx="4392488" cy="1200329"/>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  中柱无弯曲变形，故不会产生弯矩和剪力，但有轴力。对称轴截面对梁端来说一般存在弯矩、轴力和剪力，对柱端截面来说只有轴力。</a:t>
            </a:r>
          </a:p>
        </p:txBody>
      </p:sp>
      <p:grpSp>
        <p:nvGrpSpPr>
          <p:cNvPr id="9" name="组合 8"/>
          <p:cNvGrpSpPr/>
          <p:nvPr/>
        </p:nvGrpSpPr>
        <p:grpSpPr>
          <a:xfrm>
            <a:off x="1688976" y="4713216"/>
            <a:ext cx="993232" cy="1304096"/>
            <a:chOff x="1035657" y="5077232"/>
            <a:chExt cx="993232" cy="1304096"/>
          </a:xfrm>
        </p:grpSpPr>
        <p:grpSp>
          <p:nvGrpSpPr>
            <p:cNvPr id="10" name="组合 9"/>
            <p:cNvGrpSpPr/>
            <p:nvPr/>
          </p:nvGrpSpPr>
          <p:grpSpPr>
            <a:xfrm>
              <a:off x="1187624" y="5229200"/>
              <a:ext cx="770387" cy="1080120"/>
              <a:chOff x="1187624" y="5229200"/>
              <a:chExt cx="770387" cy="1080120"/>
            </a:xfrm>
          </p:grpSpPr>
          <p:cxnSp>
            <p:nvCxnSpPr>
              <p:cNvPr id="29" name="直接连接符 28"/>
              <p:cNvCxnSpPr/>
              <p:nvPr/>
            </p:nvCxnSpPr>
            <p:spPr bwMode="auto">
              <a:xfrm>
                <a:off x="1187624" y="5229200"/>
                <a:ext cx="0" cy="1080120"/>
              </a:xfrm>
              <a:prstGeom prst="line">
                <a:avLst/>
              </a:prstGeom>
              <a:solidFill>
                <a:schemeClr val="accent1"/>
              </a:solidFill>
              <a:ln w="12700" cap="flat" cmpd="sng" algn="ctr">
                <a:solidFill>
                  <a:srgbClr val="0070C0"/>
                </a:solidFill>
                <a:prstDash val="solid"/>
                <a:round/>
                <a:headEnd type="none" w="med" len="med"/>
                <a:tailEnd type="none" w="med" len="med"/>
              </a:ln>
              <a:effectLst/>
            </p:spPr>
          </p:cxnSp>
          <p:cxnSp>
            <p:nvCxnSpPr>
              <p:cNvPr id="30" name="直接连接符 29"/>
              <p:cNvCxnSpPr/>
              <p:nvPr/>
            </p:nvCxnSpPr>
            <p:spPr bwMode="auto">
              <a:xfrm>
                <a:off x="1187624" y="5229200"/>
                <a:ext cx="770387" cy="0"/>
              </a:xfrm>
              <a:prstGeom prst="line">
                <a:avLst/>
              </a:prstGeom>
              <a:solidFill>
                <a:schemeClr val="accent1"/>
              </a:solidFill>
              <a:ln w="12700" cap="flat" cmpd="sng" algn="ctr">
                <a:solidFill>
                  <a:srgbClr val="0070C0"/>
                </a:solidFill>
                <a:prstDash val="solid"/>
                <a:round/>
                <a:headEnd type="none" w="med" len="med"/>
                <a:tailEnd type="none" w="med" len="med"/>
              </a:ln>
              <a:effectLst/>
            </p:spPr>
          </p:cxnSp>
        </p:grpSp>
        <p:cxnSp>
          <p:nvCxnSpPr>
            <p:cNvPr id="11" name="直接连接符 10"/>
            <p:cNvCxnSpPr/>
            <p:nvPr/>
          </p:nvCxnSpPr>
          <p:spPr bwMode="auto">
            <a:xfrm>
              <a:off x="1035657" y="6317271"/>
              <a:ext cx="288032" cy="0"/>
            </a:xfrm>
            <a:prstGeom prst="line">
              <a:avLst/>
            </a:prstGeom>
            <a:solidFill>
              <a:schemeClr val="accent1"/>
            </a:solidFill>
            <a:ln w="19050" cap="flat" cmpd="sng" algn="ctr">
              <a:solidFill>
                <a:srgbClr val="0070C0"/>
              </a:solidFill>
              <a:prstDash val="solid"/>
              <a:round/>
              <a:headEnd type="none" w="med" len="med"/>
              <a:tailEnd type="none" w="med" len="med"/>
            </a:ln>
            <a:effectLst/>
          </p:spPr>
        </p:cxnSp>
        <p:cxnSp>
          <p:nvCxnSpPr>
            <p:cNvPr id="12" name="直接连接符 11"/>
            <p:cNvCxnSpPr/>
            <p:nvPr/>
          </p:nvCxnSpPr>
          <p:spPr bwMode="auto">
            <a:xfrm flipH="1">
              <a:off x="1035657" y="6317271"/>
              <a:ext cx="79959" cy="64057"/>
            </a:xfrm>
            <a:prstGeom prst="line">
              <a:avLst/>
            </a:prstGeom>
            <a:solidFill>
              <a:schemeClr val="accent1"/>
            </a:solidFill>
            <a:ln w="9525" cap="flat" cmpd="sng" algn="ctr">
              <a:solidFill>
                <a:srgbClr val="0070C0"/>
              </a:solidFill>
              <a:prstDash val="solid"/>
              <a:round/>
              <a:headEnd type="none" w="med" len="med"/>
              <a:tailEnd type="none" w="med" len="med"/>
            </a:ln>
            <a:effectLst/>
          </p:spPr>
        </p:cxnSp>
        <p:cxnSp>
          <p:nvCxnSpPr>
            <p:cNvPr id="13" name="直接连接符 12"/>
            <p:cNvCxnSpPr/>
            <p:nvPr/>
          </p:nvCxnSpPr>
          <p:spPr bwMode="auto">
            <a:xfrm flipH="1">
              <a:off x="1108098" y="6317271"/>
              <a:ext cx="79959" cy="64057"/>
            </a:xfrm>
            <a:prstGeom prst="line">
              <a:avLst/>
            </a:prstGeom>
            <a:solidFill>
              <a:schemeClr val="accent1"/>
            </a:solidFill>
            <a:ln w="9525" cap="flat" cmpd="sng" algn="ctr">
              <a:solidFill>
                <a:srgbClr val="0070C0"/>
              </a:solidFill>
              <a:prstDash val="solid"/>
              <a:round/>
              <a:headEnd type="none" w="med" len="med"/>
              <a:tailEnd type="none" w="med" len="med"/>
            </a:ln>
            <a:effectLst/>
          </p:spPr>
        </p:cxnSp>
        <p:cxnSp>
          <p:nvCxnSpPr>
            <p:cNvPr id="15" name="直接连接符 14"/>
            <p:cNvCxnSpPr/>
            <p:nvPr/>
          </p:nvCxnSpPr>
          <p:spPr bwMode="auto">
            <a:xfrm flipH="1">
              <a:off x="1175257" y="6317271"/>
              <a:ext cx="79959" cy="64057"/>
            </a:xfrm>
            <a:prstGeom prst="line">
              <a:avLst/>
            </a:prstGeom>
            <a:solidFill>
              <a:schemeClr val="accent1"/>
            </a:solidFill>
            <a:ln w="9525" cap="flat" cmpd="sng" algn="ctr">
              <a:solidFill>
                <a:srgbClr val="0070C0"/>
              </a:solidFill>
              <a:prstDash val="solid"/>
              <a:round/>
              <a:headEnd type="none" w="med" len="med"/>
              <a:tailEnd type="none" w="med" len="med"/>
            </a:ln>
            <a:effectLst/>
          </p:spPr>
        </p:cxnSp>
        <p:cxnSp>
          <p:nvCxnSpPr>
            <p:cNvPr id="23" name="直接连接符 22"/>
            <p:cNvCxnSpPr/>
            <p:nvPr/>
          </p:nvCxnSpPr>
          <p:spPr bwMode="auto">
            <a:xfrm>
              <a:off x="1962921" y="5077232"/>
              <a:ext cx="0" cy="288032"/>
            </a:xfrm>
            <a:prstGeom prst="line">
              <a:avLst/>
            </a:prstGeom>
            <a:solidFill>
              <a:schemeClr val="accent1"/>
            </a:solidFill>
            <a:ln w="19050" cap="flat" cmpd="sng" algn="ctr">
              <a:solidFill>
                <a:srgbClr val="0070C0"/>
              </a:solidFill>
              <a:prstDash val="solid"/>
              <a:round/>
              <a:headEnd type="none" w="med" len="med"/>
              <a:tailEnd type="none" w="med" len="med"/>
            </a:ln>
            <a:effectLst/>
          </p:spPr>
        </p:cxnSp>
        <p:cxnSp>
          <p:nvCxnSpPr>
            <p:cNvPr id="24" name="直接连接符 23"/>
            <p:cNvCxnSpPr/>
            <p:nvPr/>
          </p:nvCxnSpPr>
          <p:spPr bwMode="auto">
            <a:xfrm flipV="1">
              <a:off x="1958011" y="5101086"/>
              <a:ext cx="58159" cy="39023"/>
            </a:xfrm>
            <a:prstGeom prst="line">
              <a:avLst/>
            </a:prstGeom>
            <a:solidFill>
              <a:schemeClr val="accent1"/>
            </a:solidFill>
            <a:ln w="9525" cap="flat" cmpd="sng" algn="ctr">
              <a:solidFill>
                <a:srgbClr val="0070C0"/>
              </a:solidFill>
              <a:prstDash val="solid"/>
              <a:round/>
              <a:headEnd type="none" w="med" len="med"/>
              <a:tailEnd type="none" w="med" len="med"/>
            </a:ln>
            <a:effectLst/>
          </p:spPr>
        </p:cxnSp>
        <p:cxnSp>
          <p:nvCxnSpPr>
            <p:cNvPr id="25" name="直接连接符 24"/>
            <p:cNvCxnSpPr/>
            <p:nvPr/>
          </p:nvCxnSpPr>
          <p:spPr bwMode="auto">
            <a:xfrm flipV="1">
              <a:off x="1965295" y="5149104"/>
              <a:ext cx="58159" cy="39023"/>
            </a:xfrm>
            <a:prstGeom prst="line">
              <a:avLst/>
            </a:prstGeom>
            <a:solidFill>
              <a:schemeClr val="accent1"/>
            </a:solidFill>
            <a:ln w="9525" cap="flat" cmpd="sng" algn="ctr">
              <a:solidFill>
                <a:srgbClr val="0070C0"/>
              </a:solidFill>
              <a:prstDash val="solid"/>
              <a:round/>
              <a:headEnd type="none" w="med" len="med"/>
              <a:tailEnd type="none" w="med" len="med"/>
            </a:ln>
            <a:effectLst/>
          </p:spPr>
        </p:cxnSp>
        <p:cxnSp>
          <p:nvCxnSpPr>
            <p:cNvPr id="26" name="直接连接符 25"/>
            <p:cNvCxnSpPr/>
            <p:nvPr/>
          </p:nvCxnSpPr>
          <p:spPr bwMode="auto">
            <a:xfrm flipV="1">
              <a:off x="1965295" y="5213298"/>
              <a:ext cx="58159" cy="39023"/>
            </a:xfrm>
            <a:prstGeom prst="line">
              <a:avLst/>
            </a:prstGeom>
            <a:solidFill>
              <a:schemeClr val="accent1"/>
            </a:solidFill>
            <a:ln w="9525" cap="flat" cmpd="sng" algn="ctr">
              <a:solidFill>
                <a:srgbClr val="0070C0"/>
              </a:solidFill>
              <a:prstDash val="solid"/>
              <a:round/>
              <a:headEnd type="none" w="med" len="med"/>
              <a:tailEnd type="none" w="med" len="med"/>
            </a:ln>
            <a:effectLst/>
          </p:spPr>
        </p:cxnSp>
        <p:cxnSp>
          <p:nvCxnSpPr>
            <p:cNvPr id="27" name="直接连接符 26"/>
            <p:cNvCxnSpPr/>
            <p:nvPr/>
          </p:nvCxnSpPr>
          <p:spPr bwMode="auto">
            <a:xfrm flipV="1">
              <a:off x="1958011" y="5286307"/>
              <a:ext cx="58159" cy="39023"/>
            </a:xfrm>
            <a:prstGeom prst="line">
              <a:avLst/>
            </a:prstGeom>
            <a:solidFill>
              <a:schemeClr val="accent1"/>
            </a:solidFill>
            <a:ln w="9525" cap="flat" cmpd="sng" algn="ctr">
              <a:solidFill>
                <a:srgbClr val="0070C0"/>
              </a:solidFill>
              <a:prstDash val="solid"/>
              <a:round/>
              <a:headEnd type="none" w="med" len="med"/>
              <a:tailEnd type="none" w="med" len="med"/>
            </a:ln>
            <a:effectLst/>
          </p:spPr>
        </p:cxnSp>
        <mc:AlternateContent xmlns:mc="http://schemas.openxmlformats.org/markup-compatibility/2006" xmlns:a14="http://schemas.microsoft.com/office/drawing/2010/main">
          <mc:Choice Requires="a14">
            <p:sp>
              <p:nvSpPr>
                <p:cNvPr id="28" name="TextBox 27"/>
                <p:cNvSpPr txBox="1"/>
                <p:nvPr/>
              </p:nvSpPr>
              <p:spPr>
                <a:xfrm>
                  <a:off x="1674196" y="5252321"/>
                  <a:ext cx="354693" cy="276999"/>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200" b="0" i="1" smtClean="0">
                            <a:solidFill>
                              <a:srgbClr val="0070C0"/>
                            </a:solidFill>
                            <a:latin typeface="Cambria Math"/>
                          </a:rPr>
                          <m:t>𝐶</m:t>
                        </m:r>
                      </m:oMath>
                    </m:oMathPara>
                  </a14:m>
                  <a:endParaRPr lang="zh-CN" altLang="en-US" sz="1200" dirty="0">
                    <a:solidFill>
                      <a:srgbClr val="0070C0"/>
                    </a:solidFill>
                  </a:endParaRPr>
                </a:p>
              </p:txBody>
            </p:sp>
          </mc:Choice>
          <mc:Fallback xmlns="">
            <p:sp>
              <p:nvSpPr>
                <p:cNvPr id="28" name="TextBox 27"/>
                <p:cNvSpPr txBox="1">
                  <a:spLocks noRot="1" noChangeAspect="1" noMove="1" noResize="1" noEditPoints="1" noAdjustHandles="1" noChangeArrowheads="1" noChangeShapeType="1" noTextEdit="1"/>
                </p:cNvSpPr>
                <p:nvPr/>
              </p:nvSpPr>
              <p:spPr>
                <a:xfrm>
                  <a:off x="1674196" y="5252321"/>
                  <a:ext cx="354693" cy="276999"/>
                </a:xfrm>
                <a:prstGeom prst="rect">
                  <a:avLst/>
                </a:prstGeom>
                <a:blipFill rotWithShape="1">
                  <a:blip r:embed="rId6"/>
                  <a:stretch>
                    <a:fillRect/>
                  </a:stretch>
                </a:blipFill>
                <a:ln>
                  <a:noFill/>
                </a:ln>
              </p:spPr>
              <p:txBody>
                <a:bodyPr/>
                <a:lstStyle/>
                <a:p>
                  <a:r>
                    <a:rPr lang="zh-CN" altLang="en-US">
                      <a:noFill/>
                    </a:rPr>
                    <a:t> </a:t>
                  </a:r>
                </a:p>
              </p:txBody>
            </p:sp>
          </mc:Fallback>
        </mc:AlternateContent>
      </p:grpSp>
      <p:grpSp>
        <p:nvGrpSpPr>
          <p:cNvPr id="97282" name="组合 97281"/>
          <p:cNvGrpSpPr/>
          <p:nvPr/>
        </p:nvGrpSpPr>
        <p:grpSpPr>
          <a:xfrm>
            <a:off x="5076056" y="5226442"/>
            <a:ext cx="2520280" cy="1058803"/>
            <a:chOff x="4716016" y="5199097"/>
            <a:chExt cx="2520280" cy="1058803"/>
          </a:xfrm>
        </p:grpSpPr>
        <p:graphicFrame>
          <p:nvGraphicFramePr>
            <p:cNvPr id="8" name="对象 7"/>
            <p:cNvGraphicFramePr>
              <a:graphicFrameLocks noChangeAspect="1"/>
            </p:cNvGraphicFramePr>
            <p:nvPr>
              <p:extLst>
                <p:ext uri="{D42A27DB-BD31-4B8C-83A1-F6EECF244321}">
                  <p14:modId xmlns:p14="http://schemas.microsoft.com/office/powerpoint/2010/main" val="1219042389"/>
                </p:ext>
              </p:extLst>
            </p:nvPr>
          </p:nvGraphicFramePr>
          <p:xfrm>
            <a:off x="4788024" y="5229200"/>
            <a:ext cx="673100" cy="1028700"/>
          </p:xfrm>
          <a:graphic>
            <a:graphicData uri="http://schemas.openxmlformats.org/presentationml/2006/ole">
              <mc:AlternateContent xmlns:mc="http://schemas.openxmlformats.org/markup-compatibility/2006">
                <mc:Choice xmlns:v="urn:schemas-microsoft-com:vml" Requires="v">
                  <p:oleObj spid="_x0000_s97388" name="Equation" r:id="rId7" imgW="672840" imgH="1028520" progId="Equation.DSMT4">
                    <p:embed/>
                  </p:oleObj>
                </mc:Choice>
                <mc:Fallback>
                  <p:oleObj name="Equation" r:id="rId7" imgW="672840" imgH="1028520" progId="Equation.DSMT4">
                    <p:embed/>
                    <p:pic>
                      <p:nvPicPr>
                        <p:cNvPr id="0" name=""/>
                        <p:cNvPicPr/>
                        <p:nvPr/>
                      </p:nvPicPr>
                      <p:blipFill>
                        <a:blip r:embed="rId8"/>
                        <a:stretch>
                          <a:fillRect/>
                        </a:stretch>
                      </p:blipFill>
                      <p:spPr>
                        <a:xfrm>
                          <a:off x="4788024" y="5229200"/>
                          <a:ext cx="673100" cy="1028700"/>
                        </a:xfrm>
                        <a:prstGeom prst="rect">
                          <a:avLst/>
                        </a:prstGeom>
                      </p:spPr>
                    </p:pic>
                  </p:oleObj>
                </mc:Fallback>
              </mc:AlternateContent>
            </a:graphicData>
          </a:graphic>
        </p:graphicFrame>
        <p:graphicFrame>
          <p:nvGraphicFramePr>
            <p:cNvPr id="31" name="对象 30"/>
            <p:cNvGraphicFramePr>
              <a:graphicFrameLocks noChangeAspect="1"/>
            </p:cNvGraphicFramePr>
            <p:nvPr>
              <p:extLst>
                <p:ext uri="{D42A27DB-BD31-4B8C-83A1-F6EECF244321}">
                  <p14:modId xmlns:p14="http://schemas.microsoft.com/office/powerpoint/2010/main" val="3246880265"/>
                </p:ext>
              </p:extLst>
            </p:nvPr>
          </p:nvGraphicFramePr>
          <p:xfrm>
            <a:off x="6480212" y="5199097"/>
            <a:ext cx="723900" cy="1028700"/>
          </p:xfrm>
          <a:graphic>
            <a:graphicData uri="http://schemas.openxmlformats.org/presentationml/2006/ole">
              <mc:AlternateContent xmlns:mc="http://schemas.openxmlformats.org/markup-compatibility/2006">
                <mc:Choice xmlns:v="urn:schemas-microsoft-com:vml" Requires="v">
                  <p:oleObj spid="_x0000_s97389" name="Equation" r:id="rId9" imgW="723600" imgH="1028520" progId="Equation.DSMT4">
                    <p:embed/>
                  </p:oleObj>
                </mc:Choice>
                <mc:Fallback>
                  <p:oleObj name="Equation" r:id="rId9" imgW="723600" imgH="1028520" progId="Equation.DSMT4">
                    <p:embed/>
                    <p:pic>
                      <p:nvPicPr>
                        <p:cNvPr id="0" name=""/>
                        <p:cNvPicPr/>
                        <p:nvPr/>
                      </p:nvPicPr>
                      <p:blipFill>
                        <a:blip r:embed="rId10"/>
                        <a:stretch>
                          <a:fillRect/>
                        </a:stretch>
                      </p:blipFill>
                      <p:spPr>
                        <a:xfrm>
                          <a:off x="6480212" y="5199097"/>
                          <a:ext cx="723900" cy="1028700"/>
                        </a:xfrm>
                        <a:prstGeom prst="rect">
                          <a:avLst/>
                        </a:prstGeom>
                      </p:spPr>
                    </p:pic>
                  </p:oleObj>
                </mc:Fallback>
              </mc:AlternateContent>
            </a:graphicData>
          </a:graphic>
        </p:graphicFrame>
        <p:sp>
          <p:nvSpPr>
            <p:cNvPr id="97280" name="矩形 97279"/>
            <p:cNvSpPr/>
            <p:nvPr/>
          </p:nvSpPr>
          <p:spPr bwMode="auto">
            <a:xfrm>
              <a:off x="4716016" y="5229200"/>
              <a:ext cx="2520280" cy="1008112"/>
            </a:xfrm>
            <a:prstGeom prst="rect">
              <a:avLst/>
            </a:prstGeom>
            <a:noFill/>
            <a:ln w="1905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spTree>
    <p:extLst>
      <p:ext uri="{BB962C8B-B14F-4D97-AF65-F5344CB8AC3E}">
        <p14:creationId xmlns:p14="http://schemas.microsoft.com/office/powerpoint/2010/main" val="2191464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728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31" presetClass="entr" presetSubtype="0" fill="hold" nodeType="clickEffect">
                                  <p:stCondLst>
                                    <p:cond delay="0"/>
                                  </p:stCondLst>
                                  <p:childTnLst>
                                    <p:set>
                                      <p:cBhvr>
                                        <p:cTn id="26" dur="1" fill="hold">
                                          <p:stCondLst>
                                            <p:cond delay="0"/>
                                          </p:stCondLst>
                                        </p:cTn>
                                        <p:tgtEl>
                                          <p:spTgt spid="97282"/>
                                        </p:tgtEl>
                                        <p:attrNameLst>
                                          <p:attrName>style.visibility</p:attrName>
                                        </p:attrNameLst>
                                      </p:cBhvr>
                                      <p:to>
                                        <p:strVal val="visible"/>
                                      </p:to>
                                    </p:set>
                                    <p:anim calcmode="lin" valueType="num">
                                      <p:cBhvr>
                                        <p:cTn id="27" dur="1000" fill="hold"/>
                                        <p:tgtEl>
                                          <p:spTgt spid="97282"/>
                                        </p:tgtEl>
                                        <p:attrNameLst>
                                          <p:attrName>ppt_w</p:attrName>
                                        </p:attrNameLst>
                                      </p:cBhvr>
                                      <p:tavLst>
                                        <p:tav tm="0">
                                          <p:val>
                                            <p:fltVal val="0"/>
                                          </p:val>
                                        </p:tav>
                                        <p:tav tm="100000">
                                          <p:val>
                                            <p:strVal val="#ppt_w"/>
                                          </p:val>
                                        </p:tav>
                                      </p:tavLst>
                                    </p:anim>
                                    <p:anim calcmode="lin" valueType="num">
                                      <p:cBhvr>
                                        <p:cTn id="28" dur="1000" fill="hold"/>
                                        <p:tgtEl>
                                          <p:spTgt spid="97282"/>
                                        </p:tgtEl>
                                        <p:attrNameLst>
                                          <p:attrName>ppt_h</p:attrName>
                                        </p:attrNameLst>
                                      </p:cBhvr>
                                      <p:tavLst>
                                        <p:tav tm="0">
                                          <p:val>
                                            <p:fltVal val="0"/>
                                          </p:val>
                                        </p:tav>
                                        <p:tav tm="100000">
                                          <p:val>
                                            <p:strVal val="#ppt_h"/>
                                          </p:val>
                                        </p:tav>
                                      </p:tavLst>
                                    </p:anim>
                                    <p:anim calcmode="lin" valueType="num">
                                      <p:cBhvr>
                                        <p:cTn id="29" dur="1000" fill="hold"/>
                                        <p:tgtEl>
                                          <p:spTgt spid="97282"/>
                                        </p:tgtEl>
                                        <p:attrNameLst>
                                          <p:attrName>style.rotation</p:attrName>
                                        </p:attrNameLst>
                                      </p:cBhvr>
                                      <p:tavLst>
                                        <p:tav tm="0">
                                          <p:val>
                                            <p:fltVal val="90"/>
                                          </p:val>
                                        </p:tav>
                                        <p:tav tm="100000">
                                          <p:val>
                                            <p:fltVal val="0"/>
                                          </p:val>
                                        </p:tav>
                                      </p:tavLst>
                                    </p:anim>
                                    <p:animEffect transition="in" filter="fade">
                                      <p:cBhvr>
                                        <p:cTn id="30" dur="1000"/>
                                        <p:tgtEl>
                                          <p:spTgt spid="972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7-6 </a:t>
            </a:r>
            <a:r>
              <a:rPr lang="zh-CN" altLang="en-US" dirty="0"/>
              <a:t>对称结构的计算</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2016-01-04</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467544" y="1340768"/>
            <a:ext cx="8280920" cy="400110"/>
          </a:xfrm>
          <a:prstGeom prst="rect">
            <a:avLst/>
          </a:prstGeom>
          <a:noFill/>
        </p:spPr>
        <p:txBody>
          <a:bodyPr wrap="square" rtlCol="0">
            <a:spAutoFit/>
          </a:bodyPr>
          <a:lstStyle/>
          <a:p>
            <a:pPr marL="457200" indent="-457200">
              <a:buFont typeface="+mj-lt"/>
              <a:buAutoNum type="arabicPeriod" startAt="3"/>
            </a:pPr>
            <a:r>
              <a:rPr lang="zh-CN" altLang="en-US" sz="2000" dirty="0">
                <a:latin typeface="楷体" panose="02010609060101010101" pitchFamily="49" charset="-122"/>
                <a:ea typeface="楷体" panose="02010609060101010101" pitchFamily="49" charset="-122"/>
              </a:rPr>
              <a:t>奇数跨对称刚架在反对称荷载作用下</a:t>
            </a:r>
          </a:p>
        </p:txBody>
      </p:sp>
      <mc:AlternateContent xmlns:mc="http://schemas.openxmlformats.org/markup-compatibility/2006" xmlns:a14="http://schemas.microsoft.com/office/drawing/2010/main">
        <mc:Choice Requires="a14">
          <p:sp>
            <p:nvSpPr>
              <p:cNvPr id="5" name="TextBox 4"/>
              <p:cNvSpPr txBox="1"/>
              <p:nvPr/>
            </p:nvSpPr>
            <p:spPr>
              <a:xfrm>
                <a:off x="747625" y="1844824"/>
                <a:ext cx="7640799"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以单跨刚架为例，对称点</a:t>
                </a:r>
                <a14:m>
                  <m:oMath xmlns:m="http://schemas.openxmlformats.org/officeDocument/2006/math">
                    <m:r>
                      <a:rPr lang="en-US" altLang="zh-CN" b="0" i="1" smtClean="0">
                        <a:latin typeface="Cambria Math"/>
                      </a:rPr>
                      <m:t>𝐶</m:t>
                    </m:r>
                  </m:oMath>
                </a14:m>
                <a:r>
                  <a:rPr lang="zh-CN" altLang="en-US" dirty="0">
                    <a:latin typeface="楷体" panose="02010609060101010101" pitchFamily="49" charset="-122"/>
                    <a:ea typeface="楷体" panose="02010609060101010101" pitchFamily="49" charset="-122"/>
                  </a:rPr>
                  <a:t>的位移和内力如下：</a:t>
                </a:r>
              </a:p>
            </p:txBody>
          </p:sp>
        </mc:Choice>
        <mc:Fallback xmlns="">
          <p:sp>
            <p:nvSpPr>
              <p:cNvPr id="5" name="TextBox 4"/>
              <p:cNvSpPr txBox="1">
                <a:spLocks noRot="1" noChangeAspect="1" noMove="1" noResize="1" noEditPoints="1" noAdjustHandles="1" noChangeArrowheads="1" noChangeShapeType="1" noTextEdit="1"/>
              </p:cNvSpPr>
              <p:nvPr/>
            </p:nvSpPr>
            <p:spPr>
              <a:xfrm>
                <a:off x="747625" y="1844824"/>
                <a:ext cx="7640799" cy="369332"/>
              </a:xfrm>
              <a:prstGeom prst="rect">
                <a:avLst/>
              </a:prstGeom>
              <a:blipFill rotWithShape="1">
                <a:blip r:embed="rId4"/>
                <a:stretch>
                  <a:fillRect l="-718" t="-11667" b="-23333"/>
                </a:stretch>
              </a:blipFill>
            </p:spPr>
            <p:txBody>
              <a:bodyPr/>
              <a:lstStyle/>
              <a:p>
                <a:r>
                  <a:rPr lang="zh-CN" altLang="en-US">
                    <a:noFill/>
                  </a:rPr>
                  <a:t> </a:t>
                </a:r>
              </a:p>
            </p:txBody>
          </p:sp>
        </mc:Fallback>
      </mc:AlternateContent>
      <p:pic>
        <p:nvPicPr>
          <p:cNvPr id="98305" name="Picture 1" descr="C:\Users\Administrator\AppData\Roaming\Tencent\Users\42337577\QQ\WinTemp\RichOle\1BYB(00YV4`6[3N`SA{~JUJ.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7625" y="2348880"/>
            <a:ext cx="3314700" cy="180022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TextBox 5"/>
              <p:cNvSpPr txBox="1"/>
              <p:nvPr/>
            </p:nvSpPr>
            <p:spPr>
              <a:xfrm>
                <a:off x="4568024" y="2348880"/>
                <a:ext cx="3532368" cy="1569660"/>
              </a:xfrm>
              <a:prstGeom prst="rect">
                <a:avLst/>
              </a:prstGeom>
              <a:noFill/>
            </p:spPr>
            <p:txBody>
              <a:bodyPr wrap="square" rtlCol="0">
                <a:spAutoFit/>
              </a:bodyPr>
              <a:lstStyle/>
              <a:p>
                <a:r>
                  <a:rPr lang="zh-CN" altLang="en-US" sz="1600" dirty="0">
                    <a:latin typeface="楷体" panose="02010609060101010101" pitchFamily="49" charset="-122"/>
                    <a:ea typeface="楷体" panose="02010609060101010101" pitchFamily="49" charset="-122"/>
                  </a:rPr>
                  <a:t>变形反对称，对称轴截面左半部分梁向下弯曲，右半部分梁向上弯曲，由于结构是一个整体，在对称轴截面</a:t>
                </a:r>
                <a14:m>
                  <m:oMath xmlns:m="http://schemas.openxmlformats.org/officeDocument/2006/math">
                    <m:r>
                      <a:rPr lang="en-US" altLang="zh-CN" sz="1600" b="0" i="1" smtClean="0">
                        <a:latin typeface="Cambria Math"/>
                      </a:rPr>
                      <m:t>𝐶</m:t>
                    </m:r>
                  </m:oMath>
                </a14:m>
                <a:r>
                  <a:rPr lang="zh-CN" altLang="en-US" sz="1600" dirty="0">
                    <a:latin typeface="楷体" panose="02010609060101010101" pitchFamily="49" charset="-122"/>
                    <a:ea typeface="楷体" panose="02010609060101010101" pitchFamily="49" charset="-122"/>
                  </a:rPr>
                  <a:t>处不会上下错开，故对称轴截面</a:t>
                </a:r>
                <a14:m>
                  <m:oMath xmlns:m="http://schemas.openxmlformats.org/officeDocument/2006/math">
                    <m:r>
                      <a:rPr lang="en-US" altLang="zh-CN" sz="1600" b="0" i="1" smtClean="0">
                        <a:latin typeface="Cambria Math"/>
                      </a:rPr>
                      <m:t>𝐶</m:t>
                    </m:r>
                  </m:oMath>
                </a14:m>
                <a:r>
                  <a:rPr lang="zh-CN" altLang="en-US" sz="1600" dirty="0">
                    <a:latin typeface="楷体" panose="02010609060101010101" pitchFamily="49" charset="-122"/>
                    <a:ea typeface="楷体" panose="02010609060101010101" pitchFamily="49" charset="-122"/>
                  </a:rPr>
                  <a:t>在竖直方向不会移动，但是会发生水平移动和转动，故可用链杆支座代替。</a:t>
                </a:r>
              </a:p>
            </p:txBody>
          </p:sp>
        </mc:Choice>
        <mc:Fallback xmlns="">
          <p:sp>
            <p:nvSpPr>
              <p:cNvPr id="6" name="TextBox 5"/>
              <p:cNvSpPr txBox="1">
                <a:spLocks noRot="1" noChangeAspect="1" noMove="1" noResize="1" noEditPoints="1" noAdjustHandles="1" noChangeArrowheads="1" noChangeShapeType="1" noTextEdit="1"/>
              </p:cNvSpPr>
              <p:nvPr/>
            </p:nvSpPr>
            <p:spPr>
              <a:xfrm>
                <a:off x="4568024" y="2348880"/>
                <a:ext cx="3532368" cy="1569660"/>
              </a:xfrm>
              <a:prstGeom prst="rect">
                <a:avLst/>
              </a:prstGeom>
              <a:blipFill rotWithShape="1">
                <a:blip r:embed="rId6"/>
                <a:stretch>
                  <a:fillRect l="-862" t="-1163" b="-38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568024" y="4149105"/>
                <a:ext cx="3388352" cy="584775"/>
              </a:xfrm>
              <a:prstGeom prst="rect">
                <a:avLst/>
              </a:prstGeom>
              <a:noFill/>
            </p:spPr>
            <p:txBody>
              <a:bodyPr wrap="square" rtlCol="0">
                <a:spAutoFit/>
              </a:bodyPr>
              <a:lstStyle/>
              <a:p>
                <a:r>
                  <a:rPr lang="zh-CN" altLang="en-US" sz="1600" dirty="0">
                    <a:latin typeface="楷体" panose="02010609060101010101" pitchFamily="49" charset="-122"/>
                    <a:ea typeface="楷体" panose="02010609060101010101" pitchFamily="49" charset="-122"/>
                  </a:rPr>
                  <a:t>对称轴截面</a:t>
                </a:r>
                <a14:m>
                  <m:oMath xmlns:m="http://schemas.openxmlformats.org/officeDocument/2006/math">
                    <m:r>
                      <a:rPr lang="en-US" altLang="zh-CN" sz="1600" b="0" i="1" smtClean="0">
                        <a:latin typeface="Cambria Math"/>
                      </a:rPr>
                      <m:t>𝐶</m:t>
                    </m:r>
                  </m:oMath>
                </a14:m>
                <a:r>
                  <a:rPr lang="zh-CN" altLang="en-US" sz="1600" dirty="0">
                    <a:latin typeface="楷体" panose="02010609060101010101" pitchFamily="49" charset="-122"/>
                    <a:ea typeface="楷体" panose="02010609060101010101" pitchFamily="49" charset="-122"/>
                  </a:rPr>
                  <a:t>上无</a:t>
                </a:r>
                <a:r>
                  <a:rPr lang="zh-CN" altLang="en-US" sz="1600" dirty="0">
                    <a:solidFill>
                      <a:srgbClr val="FF0000"/>
                    </a:solidFill>
                    <a:latin typeface="楷体" panose="02010609060101010101" pitchFamily="49" charset="-122"/>
                    <a:ea typeface="楷体" panose="02010609060101010101" pitchFamily="49" charset="-122"/>
                  </a:rPr>
                  <a:t>弯矩和轴力</a:t>
                </a:r>
                <a:r>
                  <a:rPr lang="zh-CN" altLang="en-US" sz="1600" dirty="0">
                    <a:latin typeface="楷体" panose="02010609060101010101" pitchFamily="49" charset="-122"/>
                    <a:ea typeface="楷体" panose="02010609060101010101" pitchFamily="49" charset="-122"/>
                  </a:rPr>
                  <a:t>，但一般有剪力。</a:t>
                </a:r>
              </a:p>
            </p:txBody>
          </p:sp>
        </mc:Choice>
        <mc:Fallback xmlns="">
          <p:sp>
            <p:nvSpPr>
              <p:cNvPr id="7" name="TextBox 6"/>
              <p:cNvSpPr txBox="1">
                <a:spLocks noRot="1" noChangeAspect="1" noMove="1" noResize="1" noEditPoints="1" noAdjustHandles="1" noChangeArrowheads="1" noChangeShapeType="1" noTextEdit="1"/>
              </p:cNvSpPr>
              <p:nvPr/>
            </p:nvSpPr>
            <p:spPr>
              <a:xfrm>
                <a:off x="4568024" y="4149105"/>
                <a:ext cx="3388352" cy="584775"/>
              </a:xfrm>
              <a:prstGeom prst="rect">
                <a:avLst/>
              </a:prstGeom>
              <a:blipFill rotWithShape="1">
                <a:blip r:embed="rId7"/>
                <a:stretch>
                  <a:fillRect l="-899" t="-4167" r="-180" b="-12500"/>
                </a:stretch>
              </a:blipFill>
            </p:spPr>
            <p:txBody>
              <a:bodyPr/>
              <a:lstStyle/>
              <a:p>
                <a:r>
                  <a:rPr lang="zh-CN" altLang="en-US">
                    <a:noFill/>
                  </a:rPr>
                  <a:t> </a:t>
                </a:r>
              </a:p>
            </p:txBody>
          </p:sp>
        </mc:Fallback>
      </mc:AlternateContent>
      <p:grpSp>
        <p:nvGrpSpPr>
          <p:cNvPr id="98323" name="组合 98322"/>
          <p:cNvGrpSpPr/>
          <p:nvPr/>
        </p:nvGrpSpPr>
        <p:grpSpPr>
          <a:xfrm>
            <a:off x="1642837" y="4534628"/>
            <a:ext cx="854596" cy="1403727"/>
            <a:chOff x="1642837" y="4534628"/>
            <a:chExt cx="854596" cy="1403727"/>
          </a:xfrm>
        </p:grpSpPr>
        <p:grpSp>
          <p:nvGrpSpPr>
            <p:cNvPr id="11" name="组合 10"/>
            <p:cNvGrpSpPr/>
            <p:nvPr/>
          </p:nvGrpSpPr>
          <p:grpSpPr>
            <a:xfrm>
              <a:off x="1794804" y="4786227"/>
              <a:ext cx="550601" cy="1080120"/>
              <a:chOff x="1187624" y="5229200"/>
              <a:chExt cx="550601" cy="1080120"/>
            </a:xfrm>
          </p:grpSpPr>
          <p:cxnSp>
            <p:nvCxnSpPr>
              <p:cNvPr id="30" name="直接连接符 29"/>
              <p:cNvCxnSpPr/>
              <p:nvPr/>
            </p:nvCxnSpPr>
            <p:spPr bwMode="auto">
              <a:xfrm>
                <a:off x="1187624" y="5229200"/>
                <a:ext cx="0" cy="1080120"/>
              </a:xfrm>
              <a:prstGeom prst="line">
                <a:avLst/>
              </a:prstGeom>
              <a:solidFill>
                <a:schemeClr val="accent1"/>
              </a:solidFill>
              <a:ln w="12700" cap="flat" cmpd="sng" algn="ctr">
                <a:solidFill>
                  <a:srgbClr val="0070C0"/>
                </a:solidFill>
                <a:prstDash val="solid"/>
                <a:round/>
                <a:headEnd type="none" w="med" len="med"/>
                <a:tailEnd type="none" w="med" len="med"/>
              </a:ln>
              <a:effectLst/>
            </p:spPr>
          </p:cxnSp>
          <p:cxnSp>
            <p:nvCxnSpPr>
              <p:cNvPr id="31" name="直接连接符 30"/>
              <p:cNvCxnSpPr/>
              <p:nvPr/>
            </p:nvCxnSpPr>
            <p:spPr bwMode="auto">
              <a:xfrm>
                <a:off x="1187624" y="5229200"/>
                <a:ext cx="550601" cy="0"/>
              </a:xfrm>
              <a:prstGeom prst="line">
                <a:avLst/>
              </a:prstGeom>
              <a:solidFill>
                <a:schemeClr val="accent1"/>
              </a:solidFill>
              <a:ln w="12700" cap="flat" cmpd="sng" algn="ctr">
                <a:solidFill>
                  <a:srgbClr val="0070C0"/>
                </a:solidFill>
                <a:prstDash val="solid"/>
                <a:round/>
                <a:headEnd type="none" w="med" len="med"/>
                <a:tailEnd type="none" w="med" len="med"/>
              </a:ln>
              <a:effectLst/>
            </p:spPr>
          </p:cxnSp>
        </p:grpSp>
        <p:grpSp>
          <p:nvGrpSpPr>
            <p:cNvPr id="98317" name="组合 98316"/>
            <p:cNvGrpSpPr/>
            <p:nvPr/>
          </p:nvGrpSpPr>
          <p:grpSpPr>
            <a:xfrm>
              <a:off x="1642837" y="5874298"/>
              <a:ext cx="288032" cy="64057"/>
              <a:chOff x="1642837" y="5874298"/>
              <a:chExt cx="288032" cy="64057"/>
            </a:xfrm>
          </p:grpSpPr>
          <p:cxnSp>
            <p:nvCxnSpPr>
              <p:cNvPr id="12" name="直接连接符 11"/>
              <p:cNvCxnSpPr/>
              <p:nvPr/>
            </p:nvCxnSpPr>
            <p:spPr bwMode="auto">
              <a:xfrm>
                <a:off x="1642837" y="5874298"/>
                <a:ext cx="288032" cy="0"/>
              </a:xfrm>
              <a:prstGeom prst="line">
                <a:avLst/>
              </a:prstGeom>
              <a:solidFill>
                <a:schemeClr val="accent1"/>
              </a:solidFill>
              <a:ln w="19050" cap="flat" cmpd="sng" algn="ctr">
                <a:solidFill>
                  <a:srgbClr val="0070C0"/>
                </a:solidFill>
                <a:prstDash val="solid"/>
                <a:round/>
                <a:headEnd type="none" w="med" len="med"/>
                <a:tailEnd type="none" w="med" len="med"/>
              </a:ln>
              <a:effectLst/>
            </p:spPr>
          </p:cxnSp>
          <p:cxnSp>
            <p:nvCxnSpPr>
              <p:cNvPr id="13" name="直接连接符 12"/>
              <p:cNvCxnSpPr/>
              <p:nvPr/>
            </p:nvCxnSpPr>
            <p:spPr bwMode="auto">
              <a:xfrm flipH="1">
                <a:off x="1642837" y="5874298"/>
                <a:ext cx="79959" cy="64057"/>
              </a:xfrm>
              <a:prstGeom prst="line">
                <a:avLst/>
              </a:prstGeom>
              <a:solidFill>
                <a:schemeClr val="accent1"/>
              </a:solidFill>
              <a:ln w="9525" cap="flat" cmpd="sng" algn="ctr">
                <a:solidFill>
                  <a:srgbClr val="0070C0"/>
                </a:solidFill>
                <a:prstDash val="solid"/>
                <a:round/>
                <a:headEnd type="none" w="med" len="med"/>
                <a:tailEnd type="none" w="med" len="med"/>
              </a:ln>
              <a:effectLst/>
            </p:spPr>
          </p:cxnSp>
          <p:cxnSp>
            <p:nvCxnSpPr>
              <p:cNvPr id="15" name="直接连接符 14"/>
              <p:cNvCxnSpPr/>
              <p:nvPr/>
            </p:nvCxnSpPr>
            <p:spPr bwMode="auto">
              <a:xfrm flipH="1">
                <a:off x="1715278" y="5874298"/>
                <a:ext cx="79959" cy="64057"/>
              </a:xfrm>
              <a:prstGeom prst="line">
                <a:avLst/>
              </a:prstGeom>
              <a:solidFill>
                <a:schemeClr val="accent1"/>
              </a:solidFill>
              <a:ln w="9525" cap="flat" cmpd="sng" algn="ctr">
                <a:solidFill>
                  <a:srgbClr val="0070C0"/>
                </a:solidFill>
                <a:prstDash val="solid"/>
                <a:round/>
                <a:headEnd type="none" w="med" len="med"/>
                <a:tailEnd type="none" w="med" len="med"/>
              </a:ln>
              <a:effectLst/>
            </p:spPr>
          </p:cxnSp>
          <p:cxnSp>
            <p:nvCxnSpPr>
              <p:cNvPr id="16" name="直接连接符 15"/>
              <p:cNvCxnSpPr/>
              <p:nvPr/>
            </p:nvCxnSpPr>
            <p:spPr bwMode="auto">
              <a:xfrm flipH="1">
                <a:off x="1782437" y="5874298"/>
                <a:ext cx="79959" cy="64057"/>
              </a:xfrm>
              <a:prstGeom prst="line">
                <a:avLst/>
              </a:prstGeom>
              <a:solidFill>
                <a:schemeClr val="accent1"/>
              </a:solidFill>
              <a:ln w="9525" cap="flat" cmpd="sng" algn="ctr">
                <a:solidFill>
                  <a:srgbClr val="0070C0"/>
                </a:solidFill>
                <a:prstDash val="solid"/>
                <a:round/>
                <a:headEnd type="none" w="med" len="med"/>
                <a:tailEnd type="none" w="med" len="med"/>
              </a:ln>
              <a:effectLst/>
            </p:spPr>
          </p:cxnSp>
        </p:grpSp>
        <p:sp>
          <p:nvSpPr>
            <p:cNvPr id="18" name="椭圆 17"/>
            <p:cNvSpPr/>
            <p:nvPr/>
          </p:nvSpPr>
          <p:spPr bwMode="auto">
            <a:xfrm>
              <a:off x="2338264" y="4763367"/>
              <a:ext cx="45719" cy="45719"/>
            </a:xfrm>
            <a:prstGeom prst="ellipse">
              <a:avLst/>
            </a:prstGeom>
            <a:noFill/>
            <a:ln w="1270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rgbClr val="0070C0"/>
                </a:solidFill>
                <a:effectLst/>
                <a:latin typeface="Arial" pitchFamily="34" charset="0"/>
                <a:ea typeface="华文细黑" pitchFamily="2" charset="-122"/>
              </a:endParaRPr>
            </a:p>
          </p:txBody>
        </p:sp>
        <mc:AlternateContent xmlns:mc="http://schemas.openxmlformats.org/markup-compatibility/2006" xmlns:a14="http://schemas.microsoft.com/office/drawing/2010/main">
          <mc:Choice Requires="a14">
            <p:sp>
              <p:nvSpPr>
                <p:cNvPr id="29" name="TextBox 28"/>
                <p:cNvSpPr txBox="1"/>
                <p:nvPr/>
              </p:nvSpPr>
              <p:spPr>
                <a:xfrm>
                  <a:off x="2112013" y="4534628"/>
                  <a:ext cx="354693" cy="276999"/>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200" b="0" i="1" smtClean="0">
                            <a:solidFill>
                              <a:srgbClr val="0070C0"/>
                            </a:solidFill>
                            <a:latin typeface="Cambria Math"/>
                          </a:rPr>
                          <m:t>𝐶</m:t>
                        </m:r>
                      </m:oMath>
                    </m:oMathPara>
                  </a14:m>
                  <a:endParaRPr lang="zh-CN" altLang="en-US" sz="1200" dirty="0">
                    <a:solidFill>
                      <a:srgbClr val="0070C0"/>
                    </a:solidFill>
                  </a:endParaRPr>
                </a:p>
              </p:txBody>
            </p:sp>
          </mc:Choice>
          <mc:Fallback xmlns="">
            <p:sp>
              <p:nvSpPr>
                <p:cNvPr id="29" name="TextBox 28"/>
                <p:cNvSpPr txBox="1">
                  <a:spLocks noRot="1" noChangeAspect="1" noMove="1" noResize="1" noEditPoints="1" noAdjustHandles="1" noChangeArrowheads="1" noChangeShapeType="1" noTextEdit="1"/>
                </p:cNvSpPr>
                <p:nvPr/>
              </p:nvSpPr>
              <p:spPr>
                <a:xfrm>
                  <a:off x="2112013" y="4534628"/>
                  <a:ext cx="354693" cy="276999"/>
                </a:xfrm>
                <a:prstGeom prst="rect">
                  <a:avLst/>
                </a:prstGeom>
                <a:blipFill rotWithShape="1">
                  <a:blip r:embed="rId8"/>
                  <a:stretch>
                    <a:fillRect/>
                  </a:stretch>
                </a:blipFill>
                <a:ln>
                  <a:noFill/>
                </a:ln>
              </p:spPr>
              <p:txBody>
                <a:bodyPr/>
                <a:lstStyle/>
                <a:p>
                  <a:r>
                    <a:rPr lang="zh-CN" altLang="en-US">
                      <a:noFill/>
                    </a:rPr>
                    <a:t> </a:t>
                  </a:r>
                </a:p>
              </p:txBody>
            </p:sp>
          </mc:Fallback>
        </mc:AlternateContent>
        <p:cxnSp>
          <p:nvCxnSpPr>
            <p:cNvPr id="98310" name="直接连接符 98309"/>
            <p:cNvCxnSpPr>
              <a:stCxn id="29" idx="3"/>
              <a:endCxn id="29" idx="3"/>
            </p:cNvCxnSpPr>
            <p:nvPr/>
          </p:nvCxnSpPr>
          <p:spPr bwMode="auto">
            <a:xfrm>
              <a:off x="2466706" y="4673128"/>
              <a:ext cx="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98312" name="直接连接符 98311"/>
            <p:cNvCxnSpPr>
              <a:stCxn id="29" idx="3"/>
              <a:endCxn id="29" idx="3"/>
            </p:cNvCxnSpPr>
            <p:nvPr/>
          </p:nvCxnSpPr>
          <p:spPr bwMode="auto">
            <a:xfrm>
              <a:off x="2466706" y="4673128"/>
              <a:ext cx="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98316" name="直接连接符 98315"/>
            <p:cNvCxnSpPr>
              <a:stCxn id="18" idx="4"/>
            </p:cNvCxnSpPr>
            <p:nvPr/>
          </p:nvCxnSpPr>
          <p:spPr bwMode="auto">
            <a:xfrm flipH="1">
              <a:off x="2361123" y="4809086"/>
              <a:ext cx="1" cy="132082"/>
            </a:xfrm>
            <a:prstGeom prst="line">
              <a:avLst/>
            </a:prstGeom>
            <a:solidFill>
              <a:schemeClr val="accent1"/>
            </a:solidFill>
            <a:ln w="9525" cap="flat" cmpd="sng" algn="ctr">
              <a:solidFill>
                <a:srgbClr val="0070C0"/>
              </a:solidFill>
              <a:prstDash val="solid"/>
              <a:round/>
              <a:headEnd type="none" w="med" len="med"/>
              <a:tailEnd type="none" w="med" len="med"/>
            </a:ln>
            <a:effectLst/>
          </p:spPr>
        </p:cxnSp>
        <p:sp>
          <p:nvSpPr>
            <p:cNvPr id="46" name="椭圆 45"/>
            <p:cNvSpPr/>
            <p:nvPr/>
          </p:nvSpPr>
          <p:spPr bwMode="auto">
            <a:xfrm>
              <a:off x="2337438" y="4938626"/>
              <a:ext cx="45719" cy="45719"/>
            </a:xfrm>
            <a:prstGeom prst="ellipse">
              <a:avLst/>
            </a:prstGeom>
            <a:noFill/>
            <a:ln w="1270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rgbClr val="0070C0"/>
                </a:solidFill>
                <a:effectLst/>
                <a:latin typeface="Arial" pitchFamily="34" charset="0"/>
                <a:ea typeface="华文细黑" pitchFamily="2" charset="-122"/>
              </a:endParaRPr>
            </a:p>
          </p:txBody>
        </p:sp>
        <p:grpSp>
          <p:nvGrpSpPr>
            <p:cNvPr id="48" name="组合 47"/>
            <p:cNvGrpSpPr/>
            <p:nvPr/>
          </p:nvGrpSpPr>
          <p:grpSpPr>
            <a:xfrm>
              <a:off x="2209401" y="4987056"/>
              <a:ext cx="288032" cy="64057"/>
              <a:chOff x="1642837" y="5874298"/>
              <a:chExt cx="288032" cy="64057"/>
            </a:xfrm>
          </p:grpSpPr>
          <p:cxnSp>
            <p:nvCxnSpPr>
              <p:cNvPr id="49" name="直接连接符 48"/>
              <p:cNvCxnSpPr/>
              <p:nvPr/>
            </p:nvCxnSpPr>
            <p:spPr bwMode="auto">
              <a:xfrm>
                <a:off x="1642837" y="5874298"/>
                <a:ext cx="288032" cy="0"/>
              </a:xfrm>
              <a:prstGeom prst="line">
                <a:avLst/>
              </a:prstGeom>
              <a:solidFill>
                <a:schemeClr val="accent1"/>
              </a:solidFill>
              <a:ln w="19050" cap="flat" cmpd="sng" algn="ctr">
                <a:solidFill>
                  <a:srgbClr val="0070C0"/>
                </a:solidFill>
                <a:prstDash val="solid"/>
                <a:round/>
                <a:headEnd type="none" w="med" len="med"/>
                <a:tailEnd type="none" w="med" len="med"/>
              </a:ln>
              <a:effectLst/>
            </p:spPr>
          </p:cxnSp>
          <p:cxnSp>
            <p:nvCxnSpPr>
              <p:cNvPr id="50" name="直接连接符 49"/>
              <p:cNvCxnSpPr/>
              <p:nvPr/>
            </p:nvCxnSpPr>
            <p:spPr bwMode="auto">
              <a:xfrm flipH="1">
                <a:off x="1642837" y="5874298"/>
                <a:ext cx="79959" cy="64057"/>
              </a:xfrm>
              <a:prstGeom prst="line">
                <a:avLst/>
              </a:prstGeom>
              <a:solidFill>
                <a:schemeClr val="accent1"/>
              </a:solidFill>
              <a:ln w="9525" cap="flat" cmpd="sng" algn="ctr">
                <a:solidFill>
                  <a:srgbClr val="0070C0"/>
                </a:solidFill>
                <a:prstDash val="solid"/>
                <a:round/>
                <a:headEnd type="none" w="med" len="med"/>
                <a:tailEnd type="none" w="med" len="med"/>
              </a:ln>
              <a:effectLst/>
            </p:spPr>
          </p:cxnSp>
          <p:cxnSp>
            <p:nvCxnSpPr>
              <p:cNvPr id="51" name="直接连接符 50"/>
              <p:cNvCxnSpPr/>
              <p:nvPr/>
            </p:nvCxnSpPr>
            <p:spPr bwMode="auto">
              <a:xfrm flipH="1">
                <a:off x="1715278" y="5874298"/>
                <a:ext cx="79959" cy="64057"/>
              </a:xfrm>
              <a:prstGeom prst="line">
                <a:avLst/>
              </a:prstGeom>
              <a:solidFill>
                <a:schemeClr val="accent1"/>
              </a:solidFill>
              <a:ln w="9525" cap="flat" cmpd="sng" algn="ctr">
                <a:solidFill>
                  <a:srgbClr val="0070C0"/>
                </a:solidFill>
                <a:prstDash val="solid"/>
                <a:round/>
                <a:headEnd type="none" w="med" len="med"/>
                <a:tailEnd type="none" w="med" len="med"/>
              </a:ln>
              <a:effectLst/>
            </p:spPr>
          </p:cxnSp>
          <p:cxnSp>
            <p:nvCxnSpPr>
              <p:cNvPr id="52" name="直接连接符 51"/>
              <p:cNvCxnSpPr/>
              <p:nvPr/>
            </p:nvCxnSpPr>
            <p:spPr bwMode="auto">
              <a:xfrm flipH="1">
                <a:off x="1782437" y="5874298"/>
                <a:ext cx="79959" cy="64057"/>
              </a:xfrm>
              <a:prstGeom prst="line">
                <a:avLst/>
              </a:prstGeom>
              <a:solidFill>
                <a:schemeClr val="accent1"/>
              </a:solidFill>
              <a:ln w="9525" cap="flat" cmpd="sng" algn="ctr">
                <a:solidFill>
                  <a:srgbClr val="0070C0"/>
                </a:solidFill>
                <a:prstDash val="solid"/>
                <a:round/>
                <a:headEnd type="none" w="med" len="med"/>
                <a:tailEnd type="none" w="med" len="med"/>
              </a:ln>
              <a:effectLst/>
            </p:spPr>
          </p:cxnSp>
        </p:grpSp>
      </p:grpSp>
      <p:grpSp>
        <p:nvGrpSpPr>
          <p:cNvPr id="98324" name="组合 98323"/>
          <p:cNvGrpSpPr/>
          <p:nvPr/>
        </p:nvGrpSpPr>
        <p:grpSpPr>
          <a:xfrm>
            <a:off x="5210024" y="4858586"/>
            <a:ext cx="2160240" cy="1033510"/>
            <a:chOff x="5210024" y="4858586"/>
            <a:chExt cx="2160240" cy="1033510"/>
          </a:xfrm>
        </p:grpSpPr>
        <p:graphicFrame>
          <p:nvGraphicFramePr>
            <p:cNvPr id="98320" name="对象 98319"/>
            <p:cNvGraphicFramePr>
              <a:graphicFrameLocks noChangeAspect="1"/>
            </p:cNvGraphicFramePr>
            <p:nvPr>
              <p:extLst>
                <p:ext uri="{D42A27DB-BD31-4B8C-83A1-F6EECF244321}">
                  <p14:modId xmlns:p14="http://schemas.microsoft.com/office/powerpoint/2010/main" val="2085739002"/>
                </p:ext>
              </p:extLst>
            </p:nvPr>
          </p:nvGraphicFramePr>
          <p:xfrm>
            <a:off x="5220072" y="4858586"/>
            <a:ext cx="749300" cy="1028700"/>
          </p:xfrm>
          <a:graphic>
            <a:graphicData uri="http://schemas.openxmlformats.org/presentationml/2006/ole">
              <mc:AlternateContent xmlns:mc="http://schemas.openxmlformats.org/markup-compatibility/2006">
                <mc:Choice xmlns:v="urn:schemas-microsoft-com:vml" Requires="v">
                  <p:oleObj spid="_x0000_s98406" name="Equation" r:id="rId9" imgW="749160" imgH="1028520" progId="Equation.DSMT4">
                    <p:embed/>
                  </p:oleObj>
                </mc:Choice>
                <mc:Fallback>
                  <p:oleObj name="Equation" r:id="rId9" imgW="749160" imgH="1028520" progId="Equation.DSMT4">
                    <p:embed/>
                    <p:pic>
                      <p:nvPicPr>
                        <p:cNvPr id="0" name=""/>
                        <p:cNvPicPr/>
                        <p:nvPr/>
                      </p:nvPicPr>
                      <p:blipFill>
                        <a:blip r:embed="rId10"/>
                        <a:stretch>
                          <a:fillRect/>
                        </a:stretch>
                      </p:blipFill>
                      <p:spPr>
                        <a:xfrm>
                          <a:off x="5220072" y="4858586"/>
                          <a:ext cx="749300" cy="1028700"/>
                        </a:xfrm>
                        <a:prstGeom prst="rect">
                          <a:avLst/>
                        </a:prstGeom>
                      </p:spPr>
                    </p:pic>
                  </p:oleObj>
                </mc:Fallback>
              </mc:AlternateContent>
            </a:graphicData>
          </a:graphic>
        </p:graphicFrame>
        <p:graphicFrame>
          <p:nvGraphicFramePr>
            <p:cNvPr id="98321" name="对象 98320"/>
            <p:cNvGraphicFramePr>
              <a:graphicFrameLocks noChangeAspect="1"/>
            </p:cNvGraphicFramePr>
            <p:nvPr>
              <p:extLst>
                <p:ext uri="{D42A27DB-BD31-4B8C-83A1-F6EECF244321}">
                  <p14:modId xmlns:p14="http://schemas.microsoft.com/office/powerpoint/2010/main" val="853799818"/>
                </p:ext>
              </p:extLst>
            </p:nvPr>
          </p:nvGraphicFramePr>
          <p:xfrm>
            <a:off x="6588224" y="4863396"/>
            <a:ext cx="723900" cy="1028700"/>
          </p:xfrm>
          <a:graphic>
            <a:graphicData uri="http://schemas.openxmlformats.org/presentationml/2006/ole">
              <mc:AlternateContent xmlns:mc="http://schemas.openxmlformats.org/markup-compatibility/2006">
                <mc:Choice xmlns:v="urn:schemas-microsoft-com:vml" Requires="v">
                  <p:oleObj spid="_x0000_s98407" name="Equation" r:id="rId11" imgW="723600" imgH="1028520" progId="Equation.DSMT4">
                    <p:embed/>
                  </p:oleObj>
                </mc:Choice>
                <mc:Fallback>
                  <p:oleObj name="Equation" r:id="rId11" imgW="723600" imgH="1028520" progId="Equation.DSMT4">
                    <p:embed/>
                    <p:pic>
                      <p:nvPicPr>
                        <p:cNvPr id="0" name=""/>
                        <p:cNvPicPr/>
                        <p:nvPr/>
                      </p:nvPicPr>
                      <p:blipFill>
                        <a:blip r:embed="rId12"/>
                        <a:stretch>
                          <a:fillRect/>
                        </a:stretch>
                      </p:blipFill>
                      <p:spPr>
                        <a:xfrm>
                          <a:off x="6588224" y="4863396"/>
                          <a:ext cx="723900" cy="1028700"/>
                        </a:xfrm>
                        <a:prstGeom prst="rect">
                          <a:avLst/>
                        </a:prstGeom>
                      </p:spPr>
                    </p:pic>
                  </p:oleObj>
                </mc:Fallback>
              </mc:AlternateContent>
            </a:graphicData>
          </a:graphic>
        </p:graphicFrame>
        <p:sp>
          <p:nvSpPr>
            <p:cNvPr id="98322" name="矩形 98321"/>
            <p:cNvSpPr/>
            <p:nvPr/>
          </p:nvSpPr>
          <p:spPr bwMode="auto">
            <a:xfrm>
              <a:off x="5210024" y="4875127"/>
              <a:ext cx="2160240" cy="999171"/>
            </a:xfrm>
            <a:prstGeom prst="rect">
              <a:avLst/>
            </a:prstGeom>
            <a:noFill/>
            <a:ln w="1905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spTree>
    <p:extLst>
      <p:ext uri="{BB962C8B-B14F-4D97-AF65-F5344CB8AC3E}">
        <p14:creationId xmlns:p14="http://schemas.microsoft.com/office/powerpoint/2010/main" val="513123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830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83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31" presetClass="entr" presetSubtype="0" fill="hold" nodeType="clickEffect">
                                  <p:stCondLst>
                                    <p:cond delay="0"/>
                                  </p:stCondLst>
                                  <p:childTnLst>
                                    <p:set>
                                      <p:cBhvr>
                                        <p:cTn id="26" dur="1" fill="hold">
                                          <p:stCondLst>
                                            <p:cond delay="0"/>
                                          </p:stCondLst>
                                        </p:cTn>
                                        <p:tgtEl>
                                          <p:spTgt spid="98324"/>
                                        </p:tgtEl>
                                        <p:attrNameLst>
                                          <p:attrName>style.visibility</p:attrName>
                                        </p:attrNameLst>
                                      </p:cBhvr>
                                      <p:to>
                                        <p:strVal val="visible"/>
                                      </p:to>
                                    </p:set>
                                    <p:anim calcmode="lin" valueType="num">
                                      <p:cBhvr>
                                        <p:cTn id="27" dur="1000" fill="hold"/>
                                        <p:tgtEl>
                                          <p:spTgt spid="98324"/>
                                        </p:tgtEl>
                                        <p:attrNameLst>
                                          <p:attrName>ppt_w</p:attrName>
                                        </p:attrNameLst>
                                      </p:cBhvr>
                                      <p:tavLst>
                                        <p:tav tm="0">
                                          <p:val>
                                            <p:fltVal val="0"/>
                                          </p:val>
                                        </p:tav>
                                        <p:tav tm="100000">
                                          <p:val>
                                            <p:strVal val="#ppt_w"/>
                                          </p:val>
                                        </p:tav>
                                      </p:tavLst>
                                    </p:anim>
                                    <p:anim calcmode="lin" valueType="num">
                                      <p:cBhvr>
                                        <p:cTn id="28" dur="1000" fill="hold"/>
                                        <p:tgtEl>
                                          <p:spTgt spid="98324"/>
                                        </p:tgtEl>
                                        <p:attrNameLst>
                                          <p:attrName>ppt_h</p:attrName>
                                        </p:attrNameLst>
                                      </p:cBhvr>
                                      <p:tavLst>
                                        <p:tav tm="0">
                                          <p:val>
                                            <p:fltVal val="0"/>
                                          </p:val>
                                        </p:tav>
                                        <p:tav tm="100000">
                                          <p:val>
                                            <p:strVal val="#ppt_h"/>
                                          </p:val>
                                        </p:tav>
                                      </p:tavLst>
                                    </p:anim>
                                    <p:anim calcmode="lin" valueType="num">
                                      <p:cBhvr>
                                        <p:cTn id="29" dur="1000" fill="hold"/>
                                        <p:tgtEl>
                                          <p:spTgt spid="98324"/>
                                        </p:tgtEl>
                                        <p:attrNameLst>
                                          <p:attrName>style.rotation</p:attrName>
                                        </p:attrNameLst>
                                      </p:cBhvr>
                                      <p:tavLst>
                                        <p:tav tm="0">
                                          <p:val>
                                            <p:fltVal val="90"/>
                                          </p:val>
                                        </p:tav>
                                        <p:tav tm="100000">
                                          <p:val>
                                            <p:fltVal val="0"/>
                                          </p:val>
                                        </p:tav>
                                      </p:tavLst>
                                    </p:anim>
                                    <p:animEffect transition="in" filter="fade">
                                      <p:cBhvr>
                                        <p:cTn id="30" dur="1000"/>
                                        <p:tgtEl>
                                          <p:spTgt spid="983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7-6 </a:t>
            </a:r>
            <a:r>
              <a:rPr lang="zh-CN" altLang="en-US" dirty="0"/>
              <a:t>对称结构的计算</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2016-01-04</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467544" y="1484784"/>
            <a:ext cx="6624736" cy="400110"/>
          </a:xfrm>
          <a:prstGeom prst="rect">
            <a:avLst/>
          </a:prstGeom>
          <a:noFill/>
        </p:spPr>
        <p:txBody>
          <a:bodyPr wrap="square" rtlCol="0">
            <a:spAutoFit/>
          </a:bodyPr>
          <a:lstStyle/>
          <a:p>
            <a:pPr marL="457200" indent="-457200">
              <a:buFont typeface="+mj-lt"/>
              <a:buAutoNum type="arabicPeriod" startAt="4"/>
            </a:pPr>
            <a:r>
              <a:rPr lang="zh-CN" altLang="en-US" sz="2000" dirty="0">
                <a:latin typeface="楷体" panose="02010609060101010101" pitchFamily="49" charset="-122"/>
                <a:ea typeface="楷体" panose="02010609060101010101" pitchFamily="49" charset="-122"/>
              </a:rPr>
              <a:t>偶数跨对称刚架在反对称荷载作用下</a:t>
            </a:r>
          </a:p>
        </p:txBody>
      </p:sp>
      <p:sp>
        <p:nvSpPr>
          <p:cNvPr id="4" name="TextBox 3"/>
          <p:cNvSpPr txBox="1"/>
          <p:nvPr/>
        </p:nvSpPr>
        <p:spPr>
          <a:xfrm>
            <a:off x="747625" y="1988840"/>
            <a:ext cx="6632687"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以两跨刚架为例：</a:t>
            </a:r>
          </a:p>
        </p:txBody>
      </p:sp>
      <p:sp>
        <p:nvSpPr>
          <p:cNvPr id="5" name="TextBox 4"/>
          <p:cNvSpPr txBox="1"/>
          <p:nvPr/>
        </p:nvSpPr>
        <p:spPr>
          <a:xfrm>
            <a:off x="4211960" y="2358172"/>
            <a:ext cx="3816424" cy="1323439"/>
          </a:xfrm>
          <a:prstGeom prst="rect">
            <a:avLst/>
          </a:prstGeom>
          <a:noFill/>
        </p:spPr>
        <p:txBody>
          <a:bodyPr wrap="square" rtlCol="0">
            <a:spAutoFit/>
          </a:bodyPr>
          <a:lstStyle/>
          <a:p>
            <a:r>
              <a:rPr lang="zh-CN" altLang="en-US" sz="1600" dirty="0">
                <a:latin typeface="楷体" panose="02010609060101010101" pitchFamily="49" charset="-122"/>
                <a:ea typeface="楷体" panose="02010609060101010101" pitchFamily="49" charset="-122"/>
              </a:rPr>
              <a:t>变形反对称，中柱在左侧荷载作用下受压，在右侧荷载作用下受拉，二者等值反向，故总的轴力等于零，对称轴截面不会产生竖向位移，但是会发生水平移动和转动，是由中柱的弯曲变形引起的。</a:t>
            </a:r>
          </a:p>
        </p:txBody>
      </p:sp>
      <p:pic>
        <p:nvPicPr>
          <p:cNvPr id="99330" name="Picture 2" descr="C:\Users\Administrator\AppData\Roaming\Tencent\Users\42337577\QQ\WinTemp\RichOle\O4CD@`]EPQLMN3Q_X`PSWB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658" y="2613359"/>
            <a:ext cx="3172262" cy="119095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4211960" y="3933056"/>
            <a:ext cx="4248472" cy="1077218"/>
          </a:xfrm>
          <a:prstGeom prst="rect">
            <a:avLst/>
          </a:prstGeom>
          <a:noFill/>
        </p:spPr>
        <p:txBody>
          <a:bodyPr wrap="square" rtlCol="0">
            <a:spAutoFit/>
          </a:bodyPr>
          <a:lstStyle/>
          <a:p>
            <a:r>
              <a:rPr lang="zh-CN" altLang="en-US" sz="1600" dirty="0">
                <a:latin typeface="楷体" panose="02010609060101010101" pitchFamily="49" charset="-122"/>
                <a:ea typeface="楷体" panose="02010609060101010101" pitchFamily="49" charset="-122"/>
              </a:rPr>
              <a:t>中柱由左侧荷载和右侧荷载作用产生的弯曲变形的方向和作用效果相同，故中柱有弯曲变形并产生弯矩和剪力，取半边结构时可取原结构对称轴竖柱抗弯刚度的一半来计算。</a:t>
            </a:r>
          </a:p>
        </p:txBody>
      </p:sp>
      <p:grpSp>
        <p:nvGrpSpPr>
          <p:cNvPr id="21" name="组合 20"/>
          <p:cNvGrpSpPr/>
          <p:nvPr/>
        </p:nvGrpSpPr>
        <p:grpSpPr>
          <a:xfrm>
            <a:off x="921698" y="4292738"/>
            <a:ext cx="2548076" cy="1046181"/>
            <a:chOff x="921698" y="4292738"/>
            <a:chExt cx="2548076" cy="1046181"/>
          </a:xfrm>
        </p:grpSpPr>
        <p:cxnSp>
          <p:nvCxnSpPr>
            <p:cNvPr id="8" name="直接连接符 7"/>
            <p:cNvCxnSpPr/>
            <p:nvPr/>
          </p:nvCxnSpPr>
          <p:spPr bwMode="auto">
            <a:xfrm>
              <a:off x="1043608" y="4293096"/>
              <a:ext cx="0" cy="936104"/>
            </a:xfrm>
            <a:prstGeom prst="line">
              <a:avLst/>
            </a:prstGeom>
            <a:solidFill>
              <a:schemeClr val="accent1"/>
            </a:solidFill>
            <a:ln w="28575" cap="flat" cmpd="sng" algn="ctr">
              <a:solidFill>
                <a:srgbClr val="0070C0"/>
              </a:solidFill>
              <a:prstDash val="solid"/>
              <a:round/>
              <a:headEnd type="none" w="med" len="med"/>
              <a:tailEnd type="none" w="med" len="med"/>
            </a:ln>
            <a:effectLst/>
          </p:spPr>
        </p:cxnSp>
        <p:cxnSp>
          <p:nvCxnSpPr>
            <p:cNvPr id="10" name="直接连接符 9"/>
            <p:cNvCxnSpPr/>
            <p:nvPr/>
          </p:nvCxnSpPr>
          <p:spPr bwMode="auto">
            <a:xfrm>
              <a:off x="1043608" y="4301047"/>
              <a:ext cx="1152128" cy="0"/>
            </a:xfrm>
            <a:prstGeom prst="line">
              <a:avLst/>
            </a:prstGeom>
            <a:solidFill>
              <a:schemeClr val="accent1"/>
            </a:solidFill>
            <a:ln w="28575" cap="flat" cmpd="sng" algn="ctr">
              <a:solidFill>
                <a:srgbClr val="0070C0"/>
              </a:solidFill>
              <a:prstDash val="solid"/>
              <a:round/>
              <a:headEnd type="none" w="med" len="med"/>
              <a:tailEnd type="none" w="med" len="med"/>
            </a:ln>
            <a:effectLst/>
          </p:spPr>
        </p:cxnSp>
        <p:cxnSp>
          <p:nvCxnSpPr>
            <p:cNvPr id="15" name="直接连接符 14"/>
            <p:cNvCxnSpPr/>
            <p:nvPr/>
          </p:nvCxnSpPr>
          <p:spPr bwMode="auto">
            <a:xfrm>
              <a:off x="2163932" y="4293096"/>
              <a:ext cx="0" cy="936104"/>
            </a:xfrm>
            <a:prstGeom prst="line">
              <a:avLst/>
            </a:prstGeom>
            <a:solidFill>
              <a:schemeClr val="accent1"/>
            </a:solidFill>
            <a:ln w="12700" cap="flat" cmpd="sng" algn="ctr">
              <a:solidFill>
                <a:srgbClr val="0070C0"/>
              </a:solidFill>
              <a:prstDash val="solid"/>
              <a:round/>
              <a:headEnd type="none" w="med" len="med"/>
              <a:tailEnd type="none" w="med" len="med"/>
            </a:ln>
            <a:effectLst/>
          </p:spPr>
        </p:cxnSp>
        <p:cxnSp>
          <p:nvCxnSpPr>
            <p:cNvPr id="16" name="直接连接符 15"/>
            <p:cNvCxnSpPr/>
            <p:nvPr/>
          </p:nvCxnSpPr>
          <p:spPr bwMode="auto">
            <a:xfrm>
              <a:off x="3347864" y="4293096"/>
              <a:ext cx="0" cy="936104"/>
            </a:xfrm>
            <a:prstGeom prst="line">
              <a:avLst/>
            </a:prstGeom>
            <a:solidFill>
              <a:schemeClr val="accent1"/>
            </a:solidFill>
            <a:ln w="28575" cap="flat" cmpd="sng" algn="ctr">
              <a:solidFill>
                <a:srgbClr val="0070C0"/>
              </a:solidFill>
              <a:prstDash val="solid"/>
              <a:round/>
              <a:headEnd type="none" w="med" len="med"/>
              <a:tailEnd type="none" w="med" len="med"/>
            </a:ln>
            <a:effectLst/>
          </p:spPr>
        </p:cxnSp>
        <p:cxnSp>
          <p:nvCxnSpPr>
            <p:cNvPr id="17" name="直接连接符 16"/>
            <p:cNvCxnSpPr/>
            <p:nvPr/>
          </p:nvCxnSpPr>
          <p:spPr bwMode="auto">
            <a:xfrm>
              <a:off x="2195736" y="4301047"/>
              <a:ext cx="1152128" cy="0"/>
            </a:xfrm>
            <a:prstGeom prst="line">
              <a:avLst/>
            </a:prstGeom>
            <a:solidFill>
              <a:schemeClr val="accent1"/>
            </a:solidFill>
            <a:ln w="28575" cap="flat" cmpd="sng" algn="ctr">
              <a:solidFill>
                <a:srgbClr val="0070C0"/>
              </a:solidFill>
              <a:prstDash val="solid"/>
              <a:round/>
              <a:headEnd type="none" w="med" len="med"/>
              <a:tailEnd type="none" w="med" len="med"/>
            </a:ln>
            <a:effectLst/>
          </p:spPr>
        </p:cxnSp>
        <p:pic>
          <p:nvPicPr>
            <p:cNvPr id="11" name="图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1698" y="5229200"/>
              <a:ext cx="243820" cy="109719"/>
            </a:xfrm>
            <a:prstGeom prst="rect">
              <a:avLst/>
            </a:prstGeom>
          </p:spPr>
        </p:pic>
        <p:pic>
          <p:nvPicPr>
            <p:cNvPr id="18" name="图片 1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69343" y="5229200"/>
              <a:ext cx="243820" cy="109719"/>
            </a:xfrm>
            <a:prstGeom prst="rect">
              <a:avLst/>
            </a:prstGeom>
          </p:spPr>
        </p:pic>
        <p:pic>
          <p:nvPicPr>
            <p:cNvPr id="19" name="图片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25954" y="5229200"/>
              <a:ext cx="243820" cy="109719"/>
            </a:xfrm>
            <a:prstGeom prst="rect">
              <a:avLst/>
            </a:prstGeom>
          </p:spPr>
        </p:pic>
        <p:cxnSp>
          <p:nvCxnSpPr>
            <p:cNvPr id="20" name="直接连接符 19"/>
            <p:cNvCxnSpPr/>
            <p:nvPr/>
          </p:nvCxnSpPr>
          <p:spPr bwMode="auto">
            <a:xfrm>
              <a:off x="2236485" y="4292738"/>
              <a:ext cx="0" cy="936104"/>
            </a:xfrm>
            <a:prstGeom prst="line">
              <a:avLst/>
            </a:prstGeom>
            <a:solidFill>
              <a:schemeClr val="accent1"/>
            </a:solidFill>
            <a:ln w="12700" cap="flat" cmpd="sng" algn="ctr">
              <a:solidFill>
                <a:srgbClr val="0070C0"/>
              </a:solidFill>
              <a:prstDash val="solid"/>
              <a:round/>
              <a:headEnd type="none" w="med" len="med"/>
              <a:tailEnd type="none" w="med" len="med"/>
            </a:ln>
            <a:effectLst/>
          </p:spPr>
        </p:cxnSp>
        <p:sp>
          <p:nvSpPr>
            <p:cNvPr id="13" name="TextBox 12"/>
            <p:cNvSpPr txBox="1"/>
            <p:nvPr/>
          </p:nvSpPr>
          <p:spPr>
            <a:xfrm>
              <a:off x="1807744" y="4759107"/>
              <a:ext cx="356188" cy="276999"/>
            </a:xfrm>
            <a:prstGeom prst="rect">
              <a:avLst/>
            </a:prstGeom>
            <a:noFill/>
          </p:spPr>
          <p:txBody>
            <a:bodyPr wrap="none" rtlCol="0">
              <a:spAutoFit/>
            </a:bodyPr>
            <a:lstStyle/>
            <a:p>
              <a:r>
                <a:rPr lang="en-US" altLang="zh-CN" sz="1200" dirty="0"/>
                <a:t>I/2</a:t>
              </a:r>
              <a:endParaRPr lang="zh-CN" altLang="en-US" sz="1200" dirty="0"/>
            </a:p>
          </p:txBody>
        </p:sp>
        <p:sp>
          <p:nvSpPr>
            <p:cNvPr id="23" name="TextBox 22"/>
            <p:cNvSpPr txBox="1"/>
            <p:nvPr/>
          </p:nvSpPr>
          <p:spPr>
            <a:xfrm>
              <a:off x="2265789" y="4756708"/>
              <a:ext cx="356188" cy="276999"/>
            </a:xfrm>
            <a:prstGeom prst="rect">
              <a:avLst/>
            </a:prstGeom>
            <a:noFill/>
          </p:spPr>
          <p:txBody>
            <a:bodyPr wrap="none" rtlCol="0">
              <a:spAutoFit/>
            </a:bodyPr>
            <a:lstStyle/>
            <a:p>
              <a:r>
                <a:rPr lang="en-US" altLang="zh-CN" sz="1200" dirty="0"/>
                <a:t>I/2</a:t>
              </a:r>
              <a:endParaRPr lang="zh-CN" altLang="en-US" sz="1200" dirty="0"/>
            </a:p>
          </p:txBody>
        </p:sp>
      </p:grpSp>
      <p:grpSp>
        <p:nvGrpSpPr>
          <p:cNvPr id="22" name="组合 21"/>
          <p:cNvGrpSpPr/>
          <p:nvPr/>
        </p:nvGrpSpPr>
        <p:grpSpPr>
          <a:xfrm>
            <a:off x="906569" y="5483368"/>
            <a:ext cx="1391465" cy="1045823"/>
            <a:chOff x="906569" y="5483368"/>
            <a:chExt cx="1391465" cy="1045823"/>
          </a:xfrm>
        </p:grpSpPr>
        <p:cxnSp>
          <p:nvCxnSpPr>
            <p:cNvPr id="24" name="直接连接符 23"/>
            <p:cNvCxnSpPr/>
            <p:nvPr/>
          </p:nvCxnSpPr>
          <p:spPr bwMode="auto">
            <a:xfrm>
              <a:off x="1028479" y="5483368"/>
              <a:ext cx="0" cy="936104"/>
            </a:xfrm>
            <a:prstGeom prst="line">
              <a:avLst/>
            </a:prstGeom>
            <a:solidFill>
              <a:schemeClr val="accent1"/>
            </a:solidFill>
            <a:ln w="28575" cap="flat" cmpd="sng" algn="ctr">
              <a:solidFill>
                <a:srgbClr val="0070C0"/>
              </a:solidFill>
              <a:prstDash val="solid"/>
              <a:round/>
              <a:headEnd type="none" w="med" len="med"/>
              <a:tailEnd type="none" w="med" len="med"/>
            </a:ln>
            <a:effectLst/>
          </p:spPr>
        </p:cxnSp>
        <p:cxnSp>
          <p:nvCxnSpPr>
            <p:cNvPr id="25" name="直接连接符 24"/>
            <p:cNvCxnSpPr/>
            <p:nvPr/>
          </p:nvCxnSpPr>
          <p:spPr bwMode="auto">
            <a:xfrm>
              <a:off x="1028479" y="5491319"/>
              <a:ext cx="1152128" cy="0"/>
            </a:xfrm>
            <a:prstGeom prst="line">
              <a:avLst/>
            </a:prstGeom>
            <a:solidFill>
              <a:schemeClr val="accent1"/>
            </a:solidFill>
            <a:ln w="28575" cap="flat" cmpd="sng" algn="ctr">
              <a:solidFill>
                <a:srgbClr val="0070C0"/>
              </a:solidFill>
              <a:prstDash val="solid"/>
              <a:round/>
              <a:headEnd type="none" w="med" len="med"/>
              <a:tailEnd type="none" w="med" len="med"/>
            </a:ln>
            <a:effectLst/>
          </p:spPr>
        </p:cxnSp>
        <p:cxnSp>
          <p:nvCxnSpPr>
            <p:cNvPr id="26" name="直接连接符 25"/>
            <p:cNvCxnSpPr/>
            <p:nvPr/>
          </p:nvCxnSpPr>
          <p:spPr bwMode="auto">
            <a:xfrm>
              <a:off x="2180607" y="5483368"/>
              <a:ext cx="0" cy="936104"/>
            </a:xfrm>
            <a:prstGeom prst="line">
              <a:avLst/>
            </a:prstGeom>
            <a:solidFill>
              <a:schemeClr val="accent1"/>
            </a:solidFill>
            <a:ln w="12700" cap="flat" cmpd="sng" algn="ctr">
              <a:solidFill>
                <a:srgbClr val="0070C0"/>
              </a:solidFill>
              <a:prstDash val="solid"/>
              <a:round/>
              <a:headEnd type="none" w="med" len="med"/>
              <a:tailEnd type="none" w="med" len="med"/>
            </a:ln>
            <a:effectLst/>
          </p:spPr>
        </p:cxnSp>
        <p:pic>
          <p:nvPicPr>
            <p:cNvPr id="27" name="图片 2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6569" y="6419472"/>
              <a:ext cx="243820" cy="109719"/>
            </a:xfrm>
            <a:prstGeom prst="rect">
              <a:avLst/>
            </a:prstGeom>
          </p:spPr>
        </p:pic>
        <p:pic>
          <p:nvPicPr>
            <p:cNvPr id="28" name="图片 2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54214" y="6419472"/>
              <a:ext cx="243820" cy="109719"/>
            </a:xfrm>
            <a:prstGeom prst="rect">
              <a:avLst/>
            </a:prstGeom>
          </p:spPr>
        </p:pic>
        <p:sp>
          <p:nvSpPr>
            <p:cNvPr id="29" name="TextBox 28"/>
            <p:cNvSpPr txBox="1"/>
            <p:nvPr/>
          </p:nvSpPr>
          <p:spPr>
            <a:xfrm>
              <a:off x="1792615" y="5949379"/>
              <a:ext cx="356188" cy="276999"/>
            </a:xfrm>
            <a:prstGeom prst="rect">
              <a:avLst/>
            </a:prstGeom>
            <a:noFill/>
          </p:spPr>
          <p:txBody>
            <a:bodyPr wrap="none" rtlCol="0">
              <a:spAutoFit/>
            </a:bodyPr>
            <a:lstStyle/>
            <a:p>
              <a:r>
                <a:rPr lang="en-US" altLang="zh-CN" sz="1200" dirty="0"/>
                <a:t>I/2</a:t>
              </a:r>
              <a:endParaRPr lang="zh-CN" altLang="en-US" sz="1200" dirty="0"/>
            </a:p>
          </p:txBody>
        </p:sp>
      </p:grpSp>
    </p:spTree>
    <p:extLst>
      <p:ext uri="{BB962C8B-B14F-4D97-AF65-F5344CB8AC3E}">
        <p14:creationId xmlns:p14="http://schemas.microsoft.com/office/powerpoint/2010/main" val="513123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933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7-6 </a:t>
            </a:r>
            <a:r>
              <a:rPr lang="zh-CN" altLang="en-US" dirty="0"/>
              <a:t>对称结构的计算</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2016-01-04</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467544" y="1355329"/>
            <a:ext cx="1872208" cy="492443"/>
          </a:xfrm>
          <a:prstGeom prst="rect">
            <a:avLst/>
          </a:prstGeom>
          <a:noFill/>
        </p:spPr>
        <p:txBody>
          <a:bodyPr wrap="square" rtlCol="0">
            <a:spAutoFit/>
          </a:bodyPr>
          <a:lstStyle/>
          <a:p>
            <a:r>
              <a:rPr lang="zh-CN" altLang="en-US" sz="2600" b="1" dirty="0">
                <a:solidFill>
                  <a:srgbClr val="FF0000"/>
                </a:solidFill>
                <a:latin typeface="楷体" panose="02010609060101010101" pitchFamily="49" charset="-122"/>
                <a:ea typeface="楷体" panose="02010609060101010101" pitchFamily="49" charset="-122"/>
              </a:rPr>
              <a:t>小结：</a:t>
            </a:r>
          </a:p>
        </p:txBody>
      </p:sp>
      <p:sp>
        <p:nvSpPr>
          <p:cNvPr id="4" name="TextBox 3"/>
          <p:cNvSpPr txBox="1"/>
          <p:nvPr/>
        </p:nvSpPr>
        <p:spPr>
          <a:xfrm>
            <a:off x="747625" y="1988840"/>
            <a:ext cx="8000839" cy="769441"/>
          </a:xfrm>
          <a:prstGeom prst="rect">
            <a:avLst/>
          </a:prstGeom>
          <a:noFill/>
        </p:spPr>
        <p:txBody>
          <a:bodyPr wrap="square" rtlCol="0">
            <a:spAutoFit/>
          </a:bodyPr>
          <a:lstStyle/>
          <a:p>
            <a:pPr marL="342900" indent="-342900">
              <a:buFont typeface="+mj-ea"/>
              <a:buAutoNum type="circleNumDbPlain"/>
            </a:pPr>
            <a:r>
              <a:rPr lang="zh-CN" altLang="en-US" sz="2200" dirty="0">
                <a:latin typeface="楷体" panose="02010609060101010101" pitchFamily="49" charset="-122"/>
                <a:ea typeface="楷体" panose="02010609060101010101" pitchFamily="49" charset="-122"/>
              </a:rPr>
              <a:t>对称结构受对称荷载作用时，变形一定对称，在对称点处只有对称内力存在，反对称内力一定为零；</a:t>
            </a:r>
          </a:p>
        </p:txBody>
      </p:sp>
      <p:sp>
        <p:nvSpPr>
          <p:cNvPr id="6" name="TextBox 5"/>
          <p:cNvSpPr txBox="1"/>
          <p:nvPr/>
        </p:nvSpPr>
        <p:spPr>
          <a:xfrm>
            <a:off x="747625" y="3068960"/>
            <a:ext cx="8000839" cy="769441"/>
          </a:xfrm>
          <a:prstGeom prst="rect">
            <a:avLst/>
          </a:prstGeom>
          <a:noFill/>
        </p:spPr>
        <p:txBody>
          <a:bodyPr wrap="square" rtlCol="0">
            <a:spAutoFit/>
          </a:bodyPr>
          <a:lstStyle/>
          <a:p>
            <a:pPr marL="342900" indent="-342900">
              <a:buFont typeface="+mj-ea"/>
              <a:buAutoNum type="circleNumDbPlain" startAt="2"/>
            </a:pPr>
            <a:r>
              <a:rPr lang="zh-CN" altLang="en-US" sz="2200" dirty="0">
                <a:latin typeface="楷体" panose="02010609060101010101" pitchFamily="49" charset="-122"/>
                <a:ea typeface="楷体" panose="02010609060101010101" pitchFamily="49" charset="-122"/>
              </a:rPr>
              <a:t>对称结构受反对称荷载作用时，变形一定反对称，在对称点处只有反对称内力存在，对称内力一定为零；</a:t>
            </a:r>
          </a:p>
        </p:txBody>
      </p:sp>
      <p:sp>
        <p:nvSpPr>
          <p:cNvPr id="7" name="TextBox 6"/>
          <p:cNvSpPr txBox="1"/>
          <p:nvPr/>
        </p:nvSpPr>
        <p:spPr>
          <a:xfrm>
            <a:off x="747625" y="4077072"/>
            <a:ext cx="8000839" cy="769441"/>
          </a:xfrm>
          <a:prstGeom prst="rect">
            <a:avLst/>
          </a:prstGeom>
          <a:noFill/>
        </p:spPr>
        <p:txBody>
          <a:bodyPr wrap="square" rtlCol="0">
            <a:spAutoFit/>
          </a:bodyPr>
          <a:lstStyle/>
          <a:p>
            <a:pPr marL="342900" indent="-342900">
              <a:buFont typeface="+mj-ea"/>
              <a:buAutoNum type="circleNumDbPlain" startAt="3"/>
            </a:pPr>
            <a:r>
              <a:rPr lang="zh-CN" altLang="en-US" sz="2200" dirty="0">
                <a:latin typeface="楷体" panose="02010609060101010101" pitchFamily="49" charset="-122"/>
                <a:ea typeface="楷体" panose="02010609060101010101" pitchFamily="49" charset="-122"/>
              </a:rPr>
              <a:t>对于对称结构，若荷载是任意的，则可把荷载变成：对称和反对称两种情况之和；</a:t>
            </a:r>
          </a:p>
        </p:txBody>
      </p:sp>
      <p:sp>
        <p:nvSpPr>
          <p:cNvPr id="8" name="TextBox 7"/>
          <p:cNvSpPr txBox="1"/>
          <p:nvPr/>
        </p:nvSpPr>
        <p:spPr>
          <a:xfrm>
            <a:off x="724136" y="4941168"/>
            <a:ext cx="8000839" cy="1107996"/>
          </a:xfrm>
          <a:prstGeom prst="rect">
            <a:avLst/>
          </a:prstGeom>
          <a:noFill/>
        </p:spPr>
        <p:txBody>
          <a:bodyPr wrap="square" rtlCol="0">
            <a:spAutoFit/>
          </a:bodyPr>
          <a:lstStyle/>
          <a:p>
            <a:pPr marL="457200" indent="-457200">
              <a:buFont typeface="+mj-ea"/>
              <a:buAutoNum type="circleNumDbPlain" startAt="4"/>
            </a:pPr>
            <a:r>
              <a:rPr lang="zh-CN" altLang="en-US" sz="2200" dirty="0">
                <a:latin typeface="楷体" panose="02010609060101010101" pitchFamily="49" charset="-122"/>
                <a:ea typeface="楷体" panose="02010609060101010101" pitchFamily="49" charset="-122"/>
              </a:rPr>
              <a:t>在对称结构计算中，对取的半边结构，可选用任何适宜的方法进行计算（如位移法、力法），其原则就是哪一种未知量个数少，就优先选用谁。</a:t>
            </a:r>
          </a:p>
        </p:txBody>
      </p:sp>
    </p:spTree>
    <p:extLst>
      <p:ext uri="{BB962C8B-B14F-4D97-AF65-F5344CB8AC3E}">
        <p14:creationId xmlns:p14="http://schemas.microsoft.com/office/powerpoint/2010/main" val="4268553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7-6 </a:t>
            </a:r>
            <a:r>
              <a:rPr lang="zh-CN" altLang="en-US" dirty="0"/>
              <a:t>对称结构的计算</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2016-01-04</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369836" y="1340768"/>
            <a:ext cx="4634212"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例</a:t>
            </a:r>
            <a:r>
              <a:rPr lang="en-US" altLang="zh-CN" dirty="0">
                <a:latin typeface="楷体" panose="02010609060101010101" pitchFamily="49" charset="-122"/>
                <a:ea typeface="楷体" panose="02010609060101010101" pitchFamily="49" charset="-122"/>
              </a:rPr>
              <a:t>1. </a:t>
            </a:r>
            <a:r>
              <a:rPr lang="zh-CN" altLang="en-US" dirty="0">
                <a:latin typeface="楷体" panose="02010609060101010101" pitchFamily="49" charset="-122"/>
                <a:ea typeface="楷体" panose="02010609060101010101" pitchFamily="49" charset="-122"/>
              </a:rPr>
              <a:t>利用对称性计算图示结构，</a:t>
            </a:r>
            <a:r>
              <a:rPr lang="en-US" altLang="zh-CN" dirty="0">
                <a:latin typeface="楷体" panose="02010609060101010101" pitchFamily="49" charset="-122"/>
                <a:ea typeface="楷体" panose="02010609060101010101" pitchFamily="49" charset="-122"/>
              </a:rPr>
              <a:t>EI</a:t>
            </a:r>
            <a:r>
              <a:rPr lang="zh-CN" altLang="en-US" dirty="0">
                <a:latin typeface="楷体" panose="02010609060101010101" pitchFamily="49" charset="-122"/>
                <a:ea typeface="楷体" panose="02010609060101010101" pitchFamily="49" charset="-122"/>
              </a:rPr>
              <a:t>为常数。</a:t>
            </a:r>
          </a:p>
        </p:txBody>
      </p:sp>
      <p:pic>
        <p:nvPicPr>
          <p:cNvPr id="101377" name="Picture 1" descr="C:\Users\Administrator\AppData\Roaming\Tencent\Users\42337577\QQ\WinTemp\RichOle\)W5DY4_UMH]ZO5V$N}I[5M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79" y="1844824"/>
            <a:ext cx="1885950" cy="1724025"/>
          </a:xfrm>
          <a:prstGeom prst="rect">
            <a:avLst/>
          </a:prstGeom>
          <a:noFill/>
          <a:extLst>
            <a:ext uri="{909E8E84-426E-40DD-AFC4-6F175D3DCCD1}">
              <a14:hiddenFill xmlns:a14="http://schemas.microsoft.com/office/drawing/2010/main">
                <a:solidFill>
                  <a:srgbClr val="FFFFFF"/>
                </a:solidFill>
              </a14:hiddenFill>
            </a:ext>
          </a:extLst>
        </p:spPr>
      </p:pic>
      <p:pic>
        <p:nvPicPr>
          <p:cNvPr id="101378" name="Picture 2" descr="C:\Users\Administrator\AppData\Roaming\Tencent\Users\42337577\QQ\WinTemp\RichOle\$K2`7@`WVV~5[J9{)UY[X{Y.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6766" y="4005064"/>
            <a:ext cx="1552575" cy="1800225"/>
          </a:xfrm>
          <a:prstGeom prst="rect">
            <a:avLst/>
          </a:prstGeom>
          <a:noFill/>
          <a:extLst>
            <a:ext uri="{909E8E84-426E-40DD-AFC4-6F175D3DCCD1}">
              <a14:hiddenFill xmlns:a14="http://schemas.microsoft.com/office/drawing/2010/main">
                <a:solidFill>
                  <a:srgbClr val="FFFFFF"/>
                </a:solidFill>
              </a14:hiddenFill>
            </a:ext>
          </a:extLst>
        </p:spPr>
      </p:pic>
      <p:pic>
        <p:nvPicPr>
          <p:cNvPr id="101379" name="Picture 3" descr="C:\Users\Administrator\AppData\Roaming\Tencent\Users\42337577\QQ\WinTemp\RichOle\B15TZI0GIDAWCCA{ON`S]MY.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1840" y="1844824"/>
            <a:ext cx="3895725" cy="1466850"/>
          </a:xfrm>
          <a:prstGeom prst="rect">
            <a:avLst/>
          </a:prstGeom>
          <a:noFill/>
          <a:extLst>
            <a:ext uri="{909E8E84-426E-40DD-AFC4-6F175D3DCCD1}">
              <a14:hiddenFill xmlns:a14="http://schemas.microsoft.com/office/drawing/2010/main">
                <a:solidFill>
                  <a:srgbClr val="FFFFFF"/>
                </a:solidFill>
              </a14:hiddenFill>
            </a:ext>
          </a:extLst>
        </p:spPr>
      </p:pic>
      <p:pic>
        <p:nvPicPr>
          <p:cNvPr id="101380" name="Picture 4" descr="C:\Users\Administrator\AppData\Roaming\Tencent\Users\42337577\QQ\WinTemp\RichOle\IXQOJ@8@L$`JR$~K$B%QBBF.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12839" y="3789040"/>
            <a:ext cx="3133725" cy="1743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8553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13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137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13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7-6 </a:t>
            </a:r>
            <a:r>
              <a:rPr lang="zh-CN" altLang="en-US" dirty="0"/>
              <a:t>对称结构的计算</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2016-01-04</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pic>
        <p:nvPicPr>
          <p:cNvPr id="102401" name="Picture 1" descr="C:\Users\Administrator\AppData\Roaming\Tencent\Users\42337577\QQ\WinTemp\RichOle\1T)5~)CZVLFL@A8[EDR)F6F.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640" y="1556792"/>
            <a:ext cx="5629275" cy="4057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85531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7-6 </a:t>
            </a:r>
            <a:r>
              <a:rPr lang="zh-CN" altLang="en-US" dirty="0"/>
              <a:t>对称结构的计算</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2016-01-04</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TextBox 2"/>
              <p:cNvSpPr txBox="1"/>
              <p:nvPr/>
            </p:nvSpPr>
            <p:spPr>
              <a:xfrm>
                <a:off x="467544" y="1412776"/>
                <a:ext cx="7131311"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例</a:t>
                </a:r>
                <a:r>
                  <a:rPr lang="en-US" altLang="zh-CN" dirty="0">
                    <a:latin typeface="楷体" panose="02010609060101010101" pitchFamily="49" charset="-122"/>
                    <a:ea typeface="楷体" panose="02010609060101010101" pitchFamily="49" charset="-122"/>
                  </a:rPr>
                  <a:t>2. </a:t>
                </a:r>
                <a:r>
                  <a:rPr lang="zh-CN" altLang="en-US" dirty="0">
                    <a:latin typeface="楷体" panose="02010609060101010101" pitchFamily="49" charset="-122"/>
                    <a:ea typeface="楷体" panose="02010609060101010101" pitchFamily="49" charset="-122"/>
                  </a:rPr>
                  <a:t>利用对称性计算图示结构（所有杆长均相等</a:t>
                </a:r>
                <a14:m>
                  <m:oMath xmlns:m="http://schemas.openxmlformats.org/officeDocument/2006/math">
                    <m:r>
                      <a:rPr lang="en-US" altLang="zh-CN" b="0" i="1" smtClean="0">
                        <a:latin typeface="Cambria Math"/>
                      </a:rPr>
                      <m:t>𝐿</m:t>
                    </m:r>
                  </m:oMath>
                </a14:m>
                <a:r>
                  <a:rPr lang="zh-CN" altLang="en-US" dirty="0">
                    <a:latin typeface="楷体" panose="02010609060101010101" pitchFamily="49" charset="-122"/>
                    <a:ea typeface="楷体" panose="02010609060101010101" pitchFamily="49" charset="-122"/>
                  </a:rPr>
                  <a:t>，</a:t>
                </a:r>
                <a14:m>
                  <m:oMath xmlns:m="http://schemas.openxmlformats.org/officeDocument/2006/math">
                    <m:r>
                      <a:rPr lang="en-US" altLang="zh-CN" b="0" i="1" dirty="0" smtClean="0">
                        <a:latin typeface="Cambria Math"/>
                      </a:rPr>
                      <m:t>𝐸𝐼</m:t>
                    </m:r>
                  </m:oMath>
                </a14:m>
                <a:r>
                  <a:rPr lang="zh-CN" altLang="en-US" dirty="0">
                    <a:latin typeface="楷体" panose="02010609060101010101" pitchFamily="49" charset="-122"/>
                    <a:ea typeface="楷体" panose="02010609060101010101" pitchFamily="49" charset="-122"/>
                  </a:rPr>
                  <a:t>也均相同）。</a:t>
                </a:r>
              </a:p>
            </p:txBody>
          </p:sp>
        </mc:Choice>
        <mc:Fallback xmlns="">
          <p:sp>
            <p:nvSpPr>
              <p:cNvPr id="3" name="TextBox 2"/>
              <p:cNvSpPr txBox="1">
                <a:spLocks noRot="1" noChangeAspect="1" noMove="1" noResize="1" noEditPoints="1" noAdjustHandles="1" noChangeArrowheads="1" noChangeShapeType="1" noTextEdit="1"/>
              </p:cNvSpPr>
              <p:nvPr/>
            </p:nvSpPr>
            <p:spPr>
              <a:xfrm>
                <a:off x="467544" y="1412776"/>
                <a:ext cx="7131311" cy="369332"/>
              </a:xfrm>
              <a:prstGeom prst="rect">
                <a:avLst/>
              </a:prstGeom>
              <a:blipFill rotWithShape="1">
                <a:blip r:embed="rId3"/>
                <a:stretch>
                  <a:fillRect l="-769" t="-11667" b="-23333"/>
                </a:stretch>
              </a:blipFill>
            </p:spPr>
            <p:txBody>
              <a:bodyPr/>
              <a:lstStyle/>
              <a:p>
                <a:r>
                  <a:rPr lang="zh-CN" altLang="en-US">
                    <a:noFill/>
                  </a:rPr>
                  <a:t> </a:t>
                </a:r>
              </a:p>
            </p:txBody>
          </p:sp>
        </mc:Fallback>
      </mc:AlternateContent>
      <p:pic>
        <p:nvPicPr>
          <p:cNvPr id="103425" name="Picture 1" descr="C:\Users\Administrator\AppData\Roaming\Tencent\Users\42337577\QQ\WinTemp\RichOle\NFLM~}~{@OEKXO{UY[)4N3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8719" y="2488729"/>
            <a:ext cx="1819275" cy="1609725"/>
          </a:xfrm>
          <a:prstGeom prst="rect">
            <a:avLst/>
          </a:prstGeom>
          <a:noFill/>
          <a:extLst>
            <a:ext uri="{909E8E84-426E-40DD-AFC4-6F175D3DCCD1}">
              <a14:hiddenFill xmlns:a14="http://schemas.microsoft.com/office/drawing/2010/main">
                <a:solidFill>
                  <a:srgbClr val="FFFFFF"/>
                </a:solidFill>
              </a14:hiddenFill>
            </a:ext>
          </a:extLst>
        </p:spPr>
      </p:pic>
      <p:pic>
        <p:nvPicPr>
          <p:cNvPr id="103426" name="Picture 2" descr="C:\Users\Administrator\AppData\Roaming\Tencent\Users\42337577\QQ\WinTemp\RichOle\YE3OFUD4FYD7BNFQA3@4S2O.png"/>
          <p:cNvPicPr>
            <a:picLocks noChangeAspect="1" noChangeArrowheads="1"/>
          </p:cNvPicPr>
          <p:nvPr/>
        </p:nvPicPr>
        <p:blipFill rotWithShape="1">
          <a:blip r:embed="rId5">
            <a:extLst>
              <a:ext uri="{28A0092B-C50C-407E-A947-70E740481C1C}">
                <a14:useLocalDpi xmlns:a14="http://schemas.microsoft.com/office/drawing/2010/main" val="0"/>
              </a:ext>
            </a:extLst>
          </a:blip>
          <a:srcRect l="3069" r="4006"/>
          <a:stretch/>
        </p:blipFill>
        <p:spPr bwMode="auto">
          <a:xfrm>
            <a:off x="3139243" y="2504875"/>
            <a:ext cx="1787911" cy="1504950"/>
          </a:xfrm>
          <a:prstGeom prst="rect">
            <a:avLst/>
          </a:prstGeom>
          <a:noFill/>
          <a:extLst>
            <a:ext uri="{909E8E84-426E-40DD-AFC4-6F175D3DCCD1}">
              <a14:hiddenFill xmlns:a14="http://schemas.microsoft.com/office/drawing/2010/main">
                <a:solidFill>
                  <a:srgbClr val="FFFFFF"/>
                </a:solidFill>
              </a14:hiddenFill>
            </a:ext>
          </a:extLst>
        </p:spPr>
      </p:pic>
      <p:pic>
        <p:nvPicPr>
          <p:cNvPr id="103427" name="Picture 3" descr="C:\Users\Administrator\AppData\Roaming\Tencent\Users\42337577\QQ\WinTemp\RichOle\{08I`K5XC@XEMT6WCF[S1G3.png"/>
          <p:cNvPicPr>
            <a:picLocks noChangeAspect="1" noChangeArrowheads="1"/>
          </p:cNvPicPr>
          <p:nvPr/>
        </p:nvPicPr>
        <p:blipFill rotWithShape="1">
          <a:blip r:embed="rId6">
            <a:extLst>
              <a:ext uri="{28A0092B-C50C-407E-A947-70E740481C1C}">
                <a14:useLocalDpi xmlns:a14="http://schemas.microsoft.com/office/drawing/2010/main" val="0"/>
              </a:ext>
            </a:extLst>
          </a:blip>
          <a:srcRect t="1801"/>
          <a:stretch/>
        </p:blipFill>
        <p:spPr bwMode="auto">
          <a:xfrm>
            <a:off x="5436095" y="1782108"/>
            <a:ext cx="2695575" cy="3404671"/>
          </a:xfrm>
          <a:prstGeom prst="rect">
            <a:avLst/>
          </a:prstGeom>
          <a:noFill/>
          <a:extLst>
            <a:ext uri="{909E8E84-426E-40DD-AFC4-6F175D3DCCD1}">
              <a14:hiddenFill xmlns:a14="http://schemas.microsoft.com/office/drawing/2010/main">
                <a:solidFill>
                  <a:srgbClr val="FFFFFF"/>
                </a:solidFill>
              </a14:hiddenFill>
            </a:ext>
          </a:extLst>
        </p:spPr>
      </p:pic>
      <p:pic>
        <p:nvPicPr>
          <p:cNvPr id="103428" name="Picture 4" descr="C:\Users\Administrator\AppData\Roaming\Tencent\Users\42337577\QQ\WinTemp\RichOle\PY{HFGVU0@%)ZM8)KJTNPOD.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7625" y="4396204"/>
            <a:ext cx="3752850" cy="15811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5652120" y="5733256"/>
            <a:ext cx="2479550" cy="400110"/>
          </a:xfrm>
          <a:prstGeom prst="rect">
            <a:avLst/>
          </a:prstGeom>
          <a:solidFill>
            <a:srgbClr val="FFFF00"/>
          </a:solidFill>
        </p:spPr>
        <p:txBody>
          <a:bodyPr wrap="square" rtlCol="0">
            <a:spAutoFit/>
          </a:bodyPr>
          <a:lstStyle/>
          <a:p>
            <a:r>
              <a:rPr lang="zh-CN" altLang="en-US" sz="2000" dirty="0">
                <a:latin typeface="楷体" panose="02010609060101010101" pitchFamily="49" charset="-122"/>
                <a:ea typeface="楷体" panose="02010609060101010101" pitchFamily="49" charset="-122"/>
              </a:rPr>
              <a:t>原结构</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对称</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反对称</a:t>
            </a:r>
          </a:p>
        </p:txBody>
      </p:sp>
    </p:spTree>
    <p:extLst>
      <p:ext uri="{BB962C8B-B14F-4D97-AF65-F5344CB8AC3E}">
        <p14:creationId xmlns:p14="http://schemas.microsoft.com/office/powerpoint/2010/main" val="4268553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34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3428"/>
                                        </p:tgtEl>
                                        <p:attrNameLst>
                                          <p:attrName>style.visibility</p:attrName>
                                        </p:attrNameLst>
                                      </p:cBhvr>
                                      <p:to>
                                        <p:strVal val="visible"/>
                                      </p:to>
                                    </p:set>
                                    <p:anim calcmode="lin" valueType="num">
                                      <p:cBhvr additive="base">
                                        <p:cTn id="13" dur="500" fill="hold"/>
                                        <p:tgtEl>
                                          <p:spTgt spid="103428"/>
                                        </p:tgtEl>
                                        <p:attrNameLst>
                                          <p:attrName>ppt_x</p:attrName>
                                        </p:attrNameLst>
                                      </p:cBhvr>
                                      <p:tavLst>
                                        <p:tav tm="0">
                                          <p:val>
                                            <p:strVal val="#ppt_x"/>
                                          </p:val>
                                        </p:tav>
                                        <p:tav tm="100000">
                                          <p:val>
                                            <p:strVal val="#ppt_x"/>
                                          </p:val>
                                        </p:tav>
                                      </p:tavLst>
                                    </p:anim>
                                    <p:anim calcmode="lin" valueType="num">
                                      <p:cBhvr additive="base">
                                        <p:cTn id="14" dur="500" fill="hold"/>
                                        <p:tgtEl>
                                          <p:spTgt spid="10342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03426"/>
                                        </p:tgtEl>
                                        <p:attrNameLst>
                                          <p:attrName>style.visibility</p:attrName>
                                        </p:attrNameLst>
                                      </p:cBhvr>
                                      <p:to>
                                        <p:strVal val="visible"/>
                                      </p:to>
                                    </p:set>
                                    <p:animEffect transition="in" filter="fade">
                                      <p:cBhvr>
                                        <p:cTn id="19" dur="500"/>
                                        <p:tgtEl>
                                          <p:spTgt spid="103426"/>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0342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7-6 </a:t>
            </a:r>
            <a:r>
              <a:rPr lang="zh-CN" altLang="en-US" dirty="0"/>
              <a:t>对称结构的计算</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2016-01-04</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pic>
        <p:nvPicPr>
          <p:cNvPr id="104449" name="Picture 1" descr="C:\Users\Administrator\AppData\Roaming\Tencent\Users\42337577\QQ\WinTemp\RichOle\8NM6@M4]L3M]{07YOSM(EH8.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1700808"/>
            <a:ext cx="6753225" cy="3609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2090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7-6 </a:t>
            </a:r>
            <a:r>
              <a:rPr lang="zh-CN" altLang="en-US" dirty="0"/>
              <a:t>对称结构的计算</a:t>
            </a:r>
          </a:p>
        </p:txBody>
      </p:sp>
      <p:sp>
        <p:nvSpPr>
          <p:cNvPr id="14" name="TextBox 13"/>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2016-01-04</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pic>
        <p:nvPicPr>
          <p:cNvPr id="105473" name="Picture 1" descr="C:\Users\Administrator\AppData\Roaming\Tencent\Users\42337577\QQ\WinTemp\RichOle\_KY7HK6%EDMES3MK2OMMXD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1700808"/>
            <a:ext cx="6648450" cy="4038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3777465"/>
      </p:ext>
    </p:extLst>
  </p:cSld>
  <p:clrMapOvr>
    <a:masterClrMapping/>
  </p:clrMapOvr>
</p:sld>
</file>

<file path=ppt/theme/theme1.xml><?xml version="1.0" encoding="utf-8"?>
<a:theme xmlns:a="http://schemas.openxmlformats.org/drawingml/2006/main" name="结构力学1-第七章 位移法（1）">
  <a:themeElements>
    <a:clrScheme name="演示设计 4">
      <a:dk1>
        <a:srgbClr val="000000"/>
      </a:dk1>
      <a:lt1>
        <a:srgbClr val="FFFFFF"/>
      </a:lt1>
      <a:dk2>
        <a:srgbClr val="000000"/>
      </a:dk2>
      <a:lt2>
        <a:srgbClr val="C0C0C0"/>
      </a:lt2>
      <a:accent1>
        <a:srgbClr val="B2B2B2"/>
      </a:accent1>
      <a:accent2>
        <a:srgbClr val="5F5F5F"/>
      </a:accent2>
      <a:accent3>
        <a:srgbClr val="FFFFFF"/>
      </a:accent3>
      <a:accent4>
        <a:srgbClr val="000000"/>
      </a:accent4>
      <a:accent5>
        <a:srgbClr val="D5D5D5"/>
      </a:accent5>
      <a:accent6>
        <a:srgbClr val="555555"/>
      </a:accent6>
      <a:hlink>
        <a:srgbClr val="1C1C1C"/>
      </a:hlink>
      <a:folHlink>
        <a:srgbClr val="DDDDDD"/>
      </a:folHlink>
    </a:clrScheme>
    <a:fontScheme name="演示设计">
      <a:majorFont>
        <a:latin typeface="Arial"/>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1" i="1" u="none" strike="noStrike" cap="none" normalizeH="0" baseline="0" smtClean="0">
            <a:ln>
              <a:noFill/>
            </a:ln>
            <a:solidFill>
              <a:schemeClr val="tx1"/>
            </a:solidFill>
            <a:effectLst/>
            <a:latin typeface="Arial" pitchFamily="34" charset="0"/>
            <a:ea typeface="华文细黑"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1" i="1" u="none" strike="noStrike" cap="none" normalizeH="0" baseline="0" smtClean="0">
            <a:ln>
              <a:noFill/>
            </a:ln>
            <a:solidFill>
              <a:schemeClr val="tx1"/>
            </a:solidFill>
            <a:effectLst/>
            <a:latin typeface="Arial" pitchFamily="34" charset="0"/>
            <a:ea typeface="华文细黑" pitchFamily="2" charset="-122"/>
          </a:defRPr>
        </a:defPPr>
      </a:lstStyle>
    </a:lnDef>
  </a:objectDefaults>
  <a:extraClrSchemeLst>
    <a:extraClrScheme>
      <a:clrScheme name="演示设计 1">
        <a:dk1>
          <a:srgbClr val="000000"/>
        </a:dk1>
        <a:lt1>
          <a:srgbClr val="FFFFFF"/>
        </a:lt1>
        <a:dk2>
          <a:srgbClr val="000000"/>
        </a:dk2>
        <a:lt2>
          <a:srgbClr val="C0C0C0"/>
        </a:lt2>
        <a:accent1>
          <a:srgbClr val="DFE0BE"/>
        </a:accent1>
        <a:accent2>
          <a:srgbClr val="D1D46B"/>
        </a:accent2>
        <a:accent3>
          <a:srgbClr val="FFFFFF"/>
        </a:accent3>
        <a:accent4>
          <a:srgbClr val="000000"/>
        </a:accent4>
        <a:accent5>
          <a:srgbClr val="ECEDDB"/>
        </a:accent5>
        <a:accent6>
          <a:srgbClr val="BDC060"/>
        </a:accent6>
        <a:hlink>
          <a:srgbClr val="3A3B11"/>
        </a:hlink>
        <a:folHlink>
          <a:srgbClr val="EAEBBB"/>
        </a:folHlink>
      </a:clrScheme>
      <a:clrMap bg1="lt1" tx1="dk1" bg2="lt2" tx2="dk2" accent1="accent1" accent2="accent2" accent3="accent3" accent4="accent4" accent5="accent5" accent6="accent6" hlink="hlink" folHlink="folHlink"/>
    </a:extraClrScheme>
    <a:extraClrScheme>
      <a:clrScheme name="演示设计 2">
        <a:dk1>
          <a:srgbClr val="000000"/>
        </a:dk1>
        <a:lt1>
          <a:srgbClr val="FFFFFF"/>
        </a:lt1>
        <a:dk2>
          <a:srgbClr val="000000"/>
        </a:dk2>
        <a:lt2>
          <a:srgbClr val="B2B2B2"/>
        </a:lt2>
        <a:accent1>
          <a:srgbClr val="FF0517"/>
        </a:accent1>
        <a:accent2>
          <a:srgbClr val="BC000D"/>
        </a:accent2>
        <a:accent3>
          <a:srgbClr val="FFFFFF"/>
        </a:accent3>
        <a:accent4>
          <a:srgbClr val="000000"/>
        </a:accent4>
        <a:accent5>
          <a:srgbClr val="FFAAAB"/>
        </a:accent5>
        <a:accent6>
          <a:srgbClr val="AA000B"/>
        </a:accent6>
        <a:hlink>
          <a:srgbClr val="3A0004"/>
        </a:hlink>
        <a:folHlink>
          <a:srgbClr val="FF7575"/>
        </a:folHlink>
      </a:clrScheme>
      <a:clrMap bg1="lt1" tx1="dk1" bg2="lt2" tx2="dk2" accent1="accent1" accent2="accent2" accent3="accent3" accent4="accent4" accent5="accent5" accent6="accent6" hlink="hlink" folHlink="folHlink"/>
    </a:extraClrScheme>
    <a:extraClrScheme>
      <a:clrScheme name="演示设计 3">
        <a:dk1>
          <a:srgbClr val="000000"/>
        </a:dk1>
        <a:lt1>
          <a:srgbClr val="FFFFFF"/>
        </a:lt1>
        <a:dk2>
          <a:srgbClr val="000000"/>
        </a:dk2>
        <a:lt2>
          <a:srgbClr val="B2B2B2"/>
        </a:lt2>
        <a:accent1>
          <a:srgbClr val="BF59B8"/>
        </a:accent1>
        <a:accent2>
          <a:srgbClr val="884183"/>
        </a:accent2>
        <a:accent3>
          <a:srgbClr val="FFFFFF"/>
        </a:accent3>
        <a:accent4>
          <a:srgbClr val="000000"/>
        </a:accent4>
        <a:accent5>
          <a:srgbClr val="DCB5D8"/>
        </a:accent5>
        <a:accent6>
          <a:srgbClr val="7B3A76"/>
        </a:accent6>
        <a:hlink>
          <a:srgbClr val="371535"/>
        </a:hlink>
        <a:folHlink>
          <a:srgbClr val="D99FD5"/>
        </a:folHlink>
      </a:clrScheme>
      <a:clrMap bg1="lt1" tx1="dk1" bg2="lt2" tx2="dk2" accent1="accent1" accent2="accent2" accent3="accent3" accent4="accent4" accent5="accent5" accent6="accent6" hlink="hlink" folHlink="folHlink"/>
    </a:extraClrScheme>
    <a:extraClrScheme>
      <a:clrScheme name="演示设计 4">
        <a:dk1>
          <a:srgbClr val="000000"/>
        </a:dk1>
        <a:lt1>
          <a:srgbClr val="FFFFFF"/>
        </a:lt1>
        <a:dk2>
          <a:srgbClr val="000000"/>
        </a:dk2>
        <a:lt2>
          <a:srgbClr val="C0C0C0"/>
        </a:lt2>
        <a:accent1>
          <a:srgbClr val="B2B2B2"/>
        </a:accent1>
        <a:accent2>
          <a:srgbClr val="5F5F5F"/>
        </a:accent2>
        <a:accent3>
          <a:srgbClr val="FFFFFF"/>
        </a:accent3>
        <a:accent4>
          <a:srgbClr val="000000"/>
        </a:accent4>
        <a:accent5>
          <a:srgbClr val="D5D5D5"/>
        </a:accent5>
        <a:accent6>
          <a:srgbClr val="555555"/>
        </a:accent6>
        <a:hlink>
          <a:srgbClr val="1C1C1C"/>
        </a:hlink>
        <a:folHlink>
          <a:srgbClr val="DDDDDD"/>
        </a:folHlink>
      </a:clrScheme>
      <a:clrMap bg1="lt1" tx1="dk1" bg2="lt2" tx2="dk2" accent1="accent1" accent2="accent2" accent3="accent3" accent4="accent4" accent5="accent5" accent6="accent6" hlink="hlink" folHlink="folHlink"/>
    </a:extraClrScheme>
    <a:extraClrScheme>
      <a:clrScheme name="演示设计 5">
        <a:dk1>
          <a:srgbClr val="000000"/>
        </a:dk1>
        <a:lt1>
          <a:srgbClr val="FFFFFF"/>
        </a:lt1>
        <a:dk2>
          <a:srgbClr val="000000"/>
        </a:dk2>
        <a:lt2>
          <a:srgbClr val="808080"/>
        </a:lt2>
        <a:accent1>
          <a:srgbClr val="FFCC00"/>
        </a:accent1>
        <a:accent2>
          <a:srgbClr val="FF8A15"/>
        </a:accent2>
        <a:accent3>
          <a:srgbClr val="FFFFFF"/>
        </a:accent3>
        <a:accent4>
          <a:srgbClr val="000000"/>
        </a:accent4>
        <a:accent5>
          <a:srgbClr val="FFE2AA"/>
        </a:accent5>
        <a:accent6>
          <a:srgbClr val="E77D12"/>
        </a:accent6>
        <a:hlink>
          <a:srgbClr val="463900"/>
        </a:hlink>
        <a:folHlink>
          <a:srgbClr val="FFF0AF"/>
        </a:folHlink>
      </a:clrScheme>
      <a:clrMap bg1="lt1" tx1="dk1" bg2="lt2" tx2="dk2" accent1="accent1" accent2="accent2" accent3="accent3" accent4="accent4" accent5="accent5" accent6="accent6" hlink="hlink" folHlink="folHlink"/>
    </a:extraClrScheme>
    <a:extraClrScheme>
      <a:clrScheme name="演示设计 6">
        <a:dk1>
          <a:srgbClr val="000000"/>
        </a:dk1>
        <a:lt1>
          <a:srgbClr val="FFFFFF"/>
        </a:lt1>
        <a:dk2>
          <a:srgbClr val="000000"/>
        </a:dk2>
        <a:lt2>
          <a:srgbClr val="808080"/>
        </a:lt2>
        <a:accent1>
          <a:srgbClr val="FF9021"/>
        </a:accent1>
        <a:accent2>
          <a:srgbClr val="DA5800"/>
        </a:accent2>
        <a:accent3>
          <a:srgbClr val="FFFFFF"/>
        </a:accent3>
        <a:accent4>
          <a:srgbClr val="000000"/>
        </a:accent4>
        <a:accent5>
          <a:srgbClr val="FFC6AB"/>
        </a:accent5>
        <a:accent6>
          <a:srgbClr val="C54F00"/>
        </a:accent6>
        <a:hlink>
          <a:srgbClr val="963D00"/>
        </a:hlink>
        <a:folHlink>
          <a:srgbClr val="FFC78F"/>
        </a:folHlink>
      </a:clrScheme>
      <a:clrMap bg1="lt1" tx1="dk1" bg2="lt2" tx2="dk2" accent1="accent1" accent2="accent2" accent3="accent3" accent4="accent4" accent5="accent5" accent6="accent6" hlink="hlink" folHlink="folHlink"/>
    </a:extraClrScheme>
    <a:extraClrScheme>
      <a:clrScheme name="演示设计 7">
        <a:dk1>
          <a:srgbClr val="000000"/>
        </a:dk1>
        <a:lt1>
          <a:srgbClr val="FFFFFF"/>
        </a:lt1>
        <a:dk2>
          <a:srgbClr val="000000"/>
        </a:dk2>
        <a:lt2>
          <a:srgbClr val="C0C0C0"/>
        </a:lt2>
        <a:accent1>
          <a:srgbClr val="5B8CC1"/>
        </a:accent1>
        <a:accent2>
          <a:srgbClr val="2A5682"/>
        </a:accent2>
        <a:accent3>
          <a:srgbClr val="FFFFFF"/>
        </a:accent3>
        <a:accent4>
          <a:srgbClr val="000000"/>
        </a:accent4>
        <a:accent5>
          <a:srgbClr val="B5C5DD"/>
        </a:accent5>
        <a:accent6>
          <a:srgbClr val="254D75"/>
        </a:accent6>
        <a:hlink>
          <a:srgbClr val="002850"/>
        </a:hlink>
        <a:folHlink>
          <a:srgbClr val="66B2FE"/>
        </a:folHlink>
      </a:clrScheme>
      <a:clrMap bg1="lt1" tx1="dk1" bg2="lt2" tx2="dk2" accent1="accent1" accent2="accent2" accent3="accent3" accent4="accent4" accent5="accent5" accent6="accent6" hlink="hlink" folHlink="folHlink"/>
    </a:extraClrScheme>
    <a:extraClrScheme>
      <a:clrScheme name="演示设计 8">
        <a:dk1>
          <a:srgbClr val="000000"/>
        </a:dk1>
        <a:lt1>
          <a:srgbClr val="FFFFFF"/>
        </a:lt1>
        <a:dk2>
          <a:srgbClr val="000000"/>
        </a:dk2>
        <a:lt2>
          <a:srgbClr val="C0C0C0"/>
        </a:lt2>
        <a:accent1>
          <a:srgbClr val="6FC01E"/>
        </a:accent1>
        <a:accent2>
          <a:srgbClr val="4F7913"/>
        </a:accent2>
        <a:accent3>
          <a:srgbClr val="FFFFFF"/>
        </a:accent3>
        <a:accent4>
          <a:srgbClr val="000000"/>
        </a:accent4>
        <a:accent5>
          <a:srgbClr val="BBDCAB"/>
        </a:accent5>
        <a:accent6>
          <a:srgbClr val="476D10"/>
        </a:accent6>
        <a:hlink>
          <a:srgbClr val="26420A"/>
        </a:hlink>
        <a:folHlink>
          <a:srgbClr val="ADE971"/>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nordridesign.com">
  <a:themeElements>
    <a:clrScheme name="3_nordridesign.com 7">
      <a:dk1>
        <a:srgbClr val="000000"/>
      </a:dk1>
      <a:lt1>
        <a:srgbClr val="FFFFFF"/>
      </a:lt1>
      <a:dk2>
        <a:srgbClr val="000000"/>
      </a:dk2>
      <a:lt2>
        <a:srgbClr val="C0C0C0"/>
      </a:lt2>
      <a:accent1>
        <a:srgbClr val="5B8CC1"/>
      </a:accent1>
      <a:accent2>
        <a:srgbClr val="2A5682"/>
      </a:accent2>
      <a:accent3>
        <a:srgbClr val="FFFFFF"/>
      </a:accent3>
      <a:accent4>
        <a:srgbClr val="000000"/>
      </a:accent4>
      <a:accent5>
        <a:srgbClr val="B5C5DD"/>
      </a:accent5>
      <a:accent6>
        <a:srgbClr val="254D75"/>
      </a:accent6>
      <a:hlink>
        <a:srgbClr val="002850"/>
      </a:hlink>
      <a:folHlink>
        <a:srgbClr val="66B2FE"/>
      </a:folHlink>
    </a:clrScheme>
    <a:fontScheme name="3_nordridesign.com">
      <a:majorFont>
        <a:latin typeface="Arial"/>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1" i="1" u="none" strike="noStrike" cap="none" normalizeH="0" baseline="0" smtClean="0">
            <a:ln>
              <a:noFill/>
            </a:ln>
            <a:solidFill>
              <a:schemeClr val="tx1"/>
            </a:solidFill>
            <a:effectLst/>
            <a:latin typeface="Arial" pitchFamily="34" charset="0"/>
            <a:ea typeface="华文细黑"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1" i="1" u="none" strike="noStrike" cap="none" normalizeH="0" baseline="0" smtClean="0">
            <a:ln>
              <a:noFill/>
            </a:ln>
            <a:solidFill>
              <a:schemeClr val="tx1"/>
            </a:solidFill>
            <a:effectLst/>
            <a:latin typeface="Arial" pitchFamily="34" charset="0"/>
            <a:ea typeface="华文细黑" pitchFamily="2" charset="-122"/>
          </a:defRPr>
        </a:defPPr>
      </a:lstStyle>
    </a:lnDef>
  </a:objectDefaults>
  <a:extraClrSchemeLst>
    <a:extraClrScheme>
      <a:clrScheme name="3_nordridesign.com 1">
        <a:dk1>
          <a:srgbClr val="000000"/>
        </a:dk1>
        <a:lt1>
          <a:srgbClr val="FFFFFF"/>
        </a:lt1>
        <a:dk2>
          <a:srgbClr val="000000"/>
        </a:dk2>
        <a:lt2>
          <a:srgbClr val="C0C0C0"/>
        </a:lt2>
        <a:accent1>
          <a:srgbClr val="DFE0BE"/>
        </a:accent1>
        <a:accent2>
          <a:srgbClr val="D1D46B"/>
        </a:accent2>
        <a:accent3>
          <a:srgbClr val="FFFFFF"/>
        </a:accent3>
        <a:accent4>
          <a:srgbClr val="000000"/>
        </a:accent4>
        <a:accent5>
          <a:srgbClr val="ECEDDB"/>
        </a:accent5>
        <a:accent6>
          <a:srgbClr val="BDC060"/>
        </a:accent6>
        <a:hlink>
          <a:srgbClr val="3A3B11"/>
        </a:hlink>
        <a:folHlink>
          <a:srgbClr val="EAEBBB"/>
        </a:folHlink>
      </a:clrScheme>
      <a:clrMap bg1="lt1" tx1="dk1" bg2="lt2" tx2="dk2" accent1="accent1" accent2="accent2" accent3="accent3" accent4="accent4" accent5="accent5" accent6="accent6" hlink="hlink" folHlink="folHlink"/>
    </a:extraClrScheme>
    <a:extraClrScheme>
      <a:clrScheme name="3_nordridesign.com 2">
        <a:dk1>
          <a:srgbClr val="000000"/>
        </a:dk1>
        <a:lt1>
          <a:srgbClr val="FFFFFF"/>
        </a:lt1>
        <a:dk2>
          <a:srgbClr val="000000"/>
        </a:dk2>
        <a:lt2>
          <a:srgbClr val="B2B2B2"/>
        </a:lt2>
        <a:accent1>
          <a:srgbClr val="FF0517"/>
        </a:accent1>
        <a:accent2>
          <a:srgbClr val="BC000D"/>
        </a:accent2>
        <a:accent3>
          <a:srgbClr val="FFFFFF"/>
        </a:accent3>
        <a:accent4>
          <a:srgbClr val="000000"/>
        </a:accent4>
        <a:accent5>
          <a:srgbClr val="FFAAAB"/>
        </a:accent5>
        <a:accent6>
          <a:srgbClr val="AA000B"/>
        </a:accent6>
        <a:hlink>
          <a:srgbClr val="3A0004"/>
        </a:hlink>
        <a:folHlink>
          <a:srgbClr val="FF7575"/>
        </a:folHlink>
      </a:clrScheme>
      <a:clrMap bg1="lt1" tx1="dk1" bg2="lt2" tx2="dk2" accent1="accent1" accent2="accent2" accent3="accent3" accent4="accent4" accent5="accent5" accent6="accent6" hlink="hlink" folHlink="folHlink"/>
    </a:extraClrScheme>
    <a:extraClrScheme>
      <a:clrScheme name="3_nordridesign.com 3">
        <a:dk1>
          <a:srgbClr val="000000"/>
        </a:dk1>
        <a:lt1>
          <a:srgbClr val="FFFFFF"/>
        </a:lt1>
        <a:dk2>
          <a:srgbClr val="000000"/>
        </a:dk2>
        <a:lt2>
          <a:srgbClr val="B2B2B2"/>
        </a:lt2>
        <a:accent1>
          <a:srgbClr val="BF59B8"/>
        </a:accent1>
        <a:accent2>
          <a:srgbClr val="884183"/>
        </a:accent2>
        <a:accent3>
          <a:srgbClr val="FFFFFF"/>
        </a:accent3>
        <a:accent4>
          <a:srgbClr val="000000"/>
        </a:accent4>
        <a:accent5>
          <a:srgbClr val="DCB5D8"/>
        </a:accent5>
        <a:accent6>
          <a:srgbClr val="7B3A76"/>
        </a:accent6>
        <a:hlink>
          <a:srgbClr val="371535"/>
        </a:hlink>
        <a:folHlink>
          <a:srgbClr val="D99FD5"/>
        </a:folHlink>
      </a:clrScheme>
      <a:clrMap bg1="lt1" tx1="dk1" bg2="lt2" tx2="dk2" accent1="accent1" accent2="accent2" accent3="accent3" accent4="accent4" accent5="accent5" accent6="accent6" hlink="hlink" folHlink="folHlink"/>
    </a:extraClrScheme>
    <a:extraClrScheme>
      <a:clrScheme name="3_nordridesign.com 4">
        <a:dk1>
          <a:srgbClr val="000000"/>
        </a:dk1>
        <a:lt1>
          <a:srgbClr val="FFFFFF"/>
        </a:lt1>
        <a:dk2>
          <a:srgbClr val="000000"/>
        </a:dk2>
        <a:lt2>
          <a:srgbClr val="C0C0C0"/>
        </a:lt2>
        <a:accent1>
          <a:srgbClr val="B2B2B2"/>
        </a:accent1>
        <a:accent2>
          <a:srgbClr val="5F5F5F"/>
        </a:accent2>
        <a:accent3>
          <a:srgbClr val="FFFFFF"/>
        </a:accent3>
        <a:accent4>
          <a:srgbClr val="000000"/>
        </a:accent4>
        <a:accent5>
          <a:srgbClr val="D5D5D5"/>
        </a:accent5>
        <a:accent6>
          <a:srgbClr val="555555"/>
        </a:accent6>
        <a:hlink>
          <a:srgbClr val="1C1C1C"/>
        </a:hlink>
        <a:folHlink>
          <a:srgbClr val="DDDDDD"/>
        </a:folHlink>
      </a:clrScheme>
      <a:clrMap bg1="lt1" tx1="dk1" bg2="lt2" tx2="dk2" accent1="accent1" accent2="accent2" accent3="accent3" accent4="accent4" accent5="accent5" accent6="accent6" hlink="hlink" folHlink="folHlink"/>
    </a:extraClrScheme>
    <a:extraClrScheme>
      <a:clrScheme name="3_nordridesign.com 5">
        <a:dk1>
          <a:srgbClr val="000000"/>
        </a:dk1>
        <a:lt1>
          <a:srgbClr val="FFFFFF"/>
        </a:lt1>
        <a:dk2>
          <a:srgbClr val="000000"/>
        </a:dk2>
        <a:lt2>
          <a:srgbClr val="808080"/>
        </a:lt2>
        <a:accent1>
          <a:srgbClr val="FFCC00"/>
        </a:accent1>
        <a:accent2>
          <a:srgbClr val="FF8A15"/>
        </a:accent2>
        <a:accent3>
          <a:srgbClr val="FFFFFF"/>
        </a:accent3>
        <a:accent4>
          <a:srgbClr val="000000"/>
        </a:accent4>
        <a:accent5>
          <a:srgbClr val="FFE2AA"/>
        </a:accent5>
        <a:accent6>
          <a:srgbClr val="E77D12"/>
        </a:accent6>
        <a:hlink>
          <a:srgbClr val="463900"/>
        </a:hlink>
        <a:folHlink>
          <a:srgbClr val="FFF0AF"/>
        </a:folHlink>
      </a:clrScheme>
      <a:clrMap bg1="lt1" tx1="dk1" bg2="lt2" tx2="dk2" accent1="accent1" accent2="accent2" accent3="accent3" accent4="accent4" accent5="accent5" accent6="accent6" hlink="hlink" folHlink="folHlink"/>
    </a:extraClrScheme>
    <a:extraClrScheme>
      <a:clrScheme name="3_nordridesign.com 6">
        <a:dk1>
          <a:srgbClr val="000000"/>
        </a:dk1>
        <a:lt1>
          <a:srgbClr val="FFFFFF"/>
        </a:lt1>
        <a:dk2>
          <a:srgbClr val="000000"/>
        </a:dk2>
        <a:lt2>
          <a:srgbClr val="808080"/>
        </a:lt2>
        <a:accent1>
          <a:srgbClr val="FF9021"/>
        </a:accent1>
        <a:accent2>
          <a:srgbClr val="DA5800"/>
        </a:accent2>
        <a:accent3>
          <a:srgbClr val="FFFFFF"/>
        </a:accent3>
        <a:accent4>
          <a:srgbClr val="000000"/>
        </a:accent4>
        <a:accent5>
          <a:srgbClr val="FFC6AB"/>
        </a:accent5>
        <a:accent6>
          <a:srgbClr val="C54F00"/>
        </a:accent6>
        <a:hlink>
          <a:srgbClr val="963D00"/>
        </a:hlink>
        <a:folHlink>
          <a:srgbClr val="FFC78F"/>
        </a:folHlink>
      </a:clrScheme>
      <a:clrMap bg1="lt1" tx1="dk1" bg2="lt2" tx2="dk2" accent1="accent1" accent2="accent2" accent3="accent3" accent4="accent4" accent5="accent5" accent6="accent6" hlink="hlink" folHlink="folHlink"/>
    </a:extraClrScheme>
    <a:extraClrScheme>
      <a:clrScheme name="3_nordridesign.com 7">
        <a:dk1>
          <a:srgbClr val="000000"/>
        </a:dk1>
        <a:lt1>
          <a:srgbClr val="FFFFFF"/>
        </a:lt1>
        <a:dk2>
          <a:srgbClr val="000000"/>
        </a:dk2>
        <a:lt2>
          <a:srgbClr val="C0C0C0"/>
        </a:lt2>
        <a:accent1>
          <a:srgbClr val="5B8CC1"/>
        </a:accent1>
        <a:accent2>
          <a:srgbClr val="2A5682"/>
        </a:accent2>
        <a:accent3>
          <a:srgbClr val="FFFFFF"/>
        </a:accent3>
        <a:accent4>
          <a:srgbClr val="000000"/>
        </a:accent4>
        <a:accent5>
          <a:srgbClr val="B5C5DD"/>
        </a:accent5>
        <a:accent6>
          <a:srgbClr val="254D75"/>
        </a:accent6>
        <a:hlink>
          <a:srgbClr val="002850"/>
        </a:hlink>
        <a:folHlink>
          <a:srgbClr val="66B2FE"/>
        </a:folHlink>
      </a:clrScheme>
      <a:clrMap bg1="lt1" tx1="dk1" bg2="lt2" tx2="dk2" accent1="accent1" accent2="accent2" accent3="accent3" accent4="accent4" accent5="accent5" accent6="accent6" hlink="hlink" folHlink="folHlink"/>
    </a:extraClrScheme>
    <a:extraClrScheme>
      <a:clrScheme name="3_nordridesign.com 8">
        <a:dk1>
          <a:srgbClr val="000000"/>
        </a:dk1>
        <a:lt1>
          <a:srgbClr val="FFFFFF"/>
        </a:lt1>
        <a:dk2>
          <a:srgbClr val="000000"/>
        </a:dk2>
        <a:lt2>
          <a:srgbClr val="C0C0C0"/>
        </a:lt2>
        <a:accent1>
          <a:srgbClr val="6FC01E"/>
        </a:accent1>
        <a:accent2>
          <a:srgbClr val="4F7913"/>
        </a:accent2>
        <a:accent3>
          <a:srgbClr val="FFFFFF"/>
        </a:accent3>
        <a:accent4>
          <a:srgbClr val="000000"/>
        </a:accent4>
        <a:accent5>
          <a:srgbClr val="BBDCAB"/>
        </a:accent5>
        <a:accent6>
          <a:srgbClr val="476D10"/>
        </a:accent6>
        <a:hlink>
          <a:srgbClr val="26420A"/>
        </a:hlink>
        <a:folHlink>
          <a:srgbClr val="ADE971"/>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nordridesign.com">
  <a:themeElements>
    <a:clrScheme name="2_nordridesign.com 1">
      <a:dk1>
        <a:srgbClr val="000000"/>
      </a:dk1>
      <a:lt1>
        <a:srgbClr val="FFFFFF"/>
      </a:lt1>
      <a:dk2>
        <a:srgbClr val="000000"/>
      </a:dk2>
      <a:lt2>
        <a:srgbClr val="C0C0C0"/>
      </a:lt2>
      <a:accent1>
        <a:srgbClr val="5B8CC1"/>
      </a:accent1>
      <a:accent2>
        <a:srgbClr val="2A5682"/>
      </a:accent2>
      <a:accent3>
        <a:srgbClr val="FFFFFF"/>
      </a:accent3>
      <a:accent4>
        <a:srgbClr val="000000"/>
      </a:accent4>
      <a:accent5>
        <a:srgbClr val="B5C5DD"/>
      </a:accent5>
      <a:accent6>
        <a:srgbClr val="254D75"/>
      </a:accent6>
      <a:hlink>
        <a:srgbClr val="002850"/>
      </a:hlink>
      <a:folHlink>
        <a:srgbClr val="2A94FE"/>
      </a:folHlink>
    </a:clrScheme>
    <a:fontScheme name="2_nordridesign.com">
      <a:majorFont>
        <a:latin typeface="Arial"/>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1" i="1" u="none" strike="noStrike" cap="none" normalizeH="0" baseline="0" smtClean="0">
            <a:ln>
              <a:noFill/>
            </a:ln>
            <a:solidFill>
              <a:schemeClr val="tx1"/>
            </a:solidFill>
            <a:effectLst/>
            <a:latin typeface="Arial" pitchFamily="34" charset="0"/>
            <a:ea typeface="华文细黑"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1" i="1" u="none" strike="noStrike" cap="none" normalizeH="0" baseline="0" smtClean="0">
            <a:ln>
              <a:noFill/>
            </a:ln>
            <a:solidFill>
              <a:schemeClr val="tx1"/>
            </a:solidFill>
            <a:effectLst/>
            <a:latin typeface="Arial" pitchFamily="34" charset="0"/>
            <a:ea typeface="华文细黑" pitchFamily="2" charset="-122"/>
          </a:defRPr>
        </a:defPPr>
      </a:lstStyle>
    </a:lnDef>
  </a:objectDefaults>
  <a:extraClrSchemeLst>
    <a:extraClrScheme>
      <a:clrScheme name="2_nordridesign.com 1">
        <a:dk1>
          <a:srgbClr val="000000"/>
        </a:dk1>
        <a:lt1>
          <a:srgbClr val="FFFFFF"/>
        </a:lt1>
        <a:dk2>
          <a:srgbClr val="000000"/>
        </a:dk2>
        <a:lt2>
          <a:srgbClr val="C0C0C0"/>
        </a:lt2>
        <a:accent1>
          <a:srgbClr val="5B8CC1"/>
        </a:accent1>
        <a:accent2>
          <a:srgbClr val="2A5682"/>
        </a:accent2>
        <a:accent3>
          <a:srgbClr val="FFFFFF"/>
        </a:accent3>
        <a:accent4>
          <a:srgbClr val="000000"/>
        </a:accent4>
        <a:accent5>
          <a:srgbClr val="B5C5DD"/>
        </a:accent5>
        <a:accent6>
          <a:srgbClr val="254D75"/>
        </a:accent6>
        <a:hlink>
          <a:srgbClr val="002850"/>
        </a:hlink>
        <a:folHlink>
          <a:srgbClr val="2A94FE"/>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结构力学1-第七章 位移法（1）</Template>
  <TotalTime>4036</TotalTime>
  <Words>663</Words>
  <Application>Microsoft Office PowerPoint</Application>
  <PresentationFormat>全屏显示(4:3)</PresentationFormat>
  <Paragraphs>61</Paragraphs>
  <Slides>10</Slides>
  <Notes>10</Notes>
  <HiddenSlides>0</HiddenSlides>
  <MMClips>0</MMClips>
  <ScaleCrop>false</ScaleCrop>
  <HeadingPairs>
    <vt:vector size="8" baseType="variant">
      <vt:variant>
        <vt:lpstr>已用的字体</vt:lpstr>
      </vt:variant>
      <vt:variant>
        <vt:i4>10</vt:i4>
      </vt:variant>
      <vt:variant>
        <vt:lpstr>主题</vt:lpstr>
      </vt:variant>
      <vt:variant>
        <vt:i4>4</vt:i4>
      </vt:variant>
      <vt:variant>
        <vt:lpstr>嵌入 OLE 服务器</vt:lpstr>
      </vt:variant>
      <vt:variant>
        <vt:i4>1</vt:i4>
      </vt:variant>
      <vt:variant>
        <vt:lpstr>幻灯片标题</vt:lpstr>
      </vt:variant>
      <vt:variant>
        <vt:i4>10</vt:i4>
      </vt:variant>
    </vt:vector>
  </HeadingPairs>
  <TitlesOfParts>
    <vt:vector size="25" baseType="lpstr">
      <vt:lpstr>MS UI Gothic</vt:lpstr>
      <vt:lpstr>黑体</vt:lpstr>
      <vt:lpstr>华文细黑</vt:lpstr>
      <vt:lpstr>楷体</vt:lpstr>
      <vt:lpstr>宋体</vt:lpstr>
      <vt:lpstr>Arial</vt:lpstr>
      <vt:lpstr>Calibri</vt:lpstr>
      <vt:lpstr>Cambria Math</vt:lpstr>
      <vt:lpstr>Times New Roman</vt:lpstr>
      <vt:lpstr>Wingdings</vt:lpstr>
      <vt:lpstr>结构力学1-第七章 位移法（1）</vt:lpstr>
      <vt:lpstr>自定义设计方案</vt:lpstr>
      <vt:lpstr>3_nordridesign.com</vt:lpstr>
      <vt:lpstr>2_nordridesign.com</vt:lpstr>
      <vt:lpstr>Equation</vt:lpstr>
      <vt:lpstr>§7-6 对称结构的计算</vt:lpstr>
      <vt:lpstr>§7-6 对称结构的计算</vt:lpstr>
      <vt:lpstr>§7-6 对称结构的计算</vt:lpstr>
      <vt:lpstr>§7-6 对称结构的计算</vt:lpstr>
      <vt:lpstr>§7-6 对称结构的计算</vt:lpstr>
      <vt:lpstr>§7-6 对称结构的计算</vt:lpstr>
      <vt:lpstr>§7-6 对称结构的计算</vt:lpstr>
      <vt:lpstr>§7-6 对称结构的计算</vt:lpstr>
      <vt:lpstr>§7-6 对称结构的计算</vt:lpstr>
      <vt:lpstr>§7-6 对称结构的计算</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第七章 位移法</dc:title>
  <dc:creator>zzdeng</dc:creator>
  <cp:lastModifiedBy>邓 争志</cp:lastModifiedBy>
  <cp:revision>484</cp:revision>
  <dcterms:created xsi:type="dcterms:W3CDTF">2015-12-09T11:55:28Z</dcterms:created>
  <dcterms:modified xsi:type="dcterms:W3CDTF">2021-12-23T09:03:12Z</dcterms:modified>
</cp:coreProperties>
</file>