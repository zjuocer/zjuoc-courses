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4" r:id="rId1"/>
    <p:sldMasterId id="2147483796" r:id="rId2"/>
    <p:sldMasterId id="2147483808" r:id="rId3"/>
  </p:sldMasterIdLst>
  <p:notesMasterIdLst>
    <p:notesMasterId r:id="rId150"/>
  </p:notesMasterIdLst>
  <p:sldIdLst>
    <p:sldId id="388" r:id="rId4"/>
    <p:sldId id="390" r:id="rId5"/>
    <p:sldId id="391" r:id="rId6"/>
    <p:sldId id="392" r:id="rId7"/>
    <p:sldId id="411" r:id="rId8"/>
    <p:sldId id="393" r:id="rId9"/>
    <p:sldId id="389" r:id="rId10"/>
    <p:sldId id="395" r:id="rId11"/>
    <p:sldId id="394" r:id="rId12"/>
    <p:sldId id="396" r:id="rId13"/>
    <p:sldId id="397" r:id="rId14"/>
    <p:sldId id="399" r:id="rId15"/>
    <p:sldId id="400" r:id="rId16"/>
    <p:sldId id="401" r:id="rId17"/>
    <p:sldId id="402" r:id="rId18"/>
    <p:sldId id="406" r:id="rId19"/>
    <p:sldId id="408" r:id="rId20"/>
    <p:sldId id="403" r:id="rId21"/>
    <p:sldId id="405" r:id="rId22"/>
    <p:sldId id="407" r:id="rId23"/>
    <p:sldId id="415" r:id="rId24"/>
    <p:sldId id="416" r:id="rId25"/>
    <p:sldId id="417" r:id="rId26"/>
    <p:sldId id="418" r:id="rId27"/>
    <p:sldId id="412" r:id="rId28"/>
    <p:sldId id="419" r:id="rId29"/>
    <p:sldId id="420" r:id="rId30"/>
    <p:sldId id="421" r:id="rId31"/>
    <p:sldId id="422" r:id="rId32"/>
    <p:sldId id="425" r:id="rId33"/>
    <p:sldId id="426" r:id="rId34"/>
    <p:sldId id="423" r:id="rId35"/>
    <p:sldId id="427" r:id="rId36"/>
    <p:sldId id="431" r:id="rId37"/>
    <p:sldId id="429" r:id="rId38"/>
    <p:sldId id="433" r:id="rId39"/>
    <p:sldId id="434" r:id="rId40"/>
    <p:sldId id="435" r:id="rId41"/>
    <p:sldId id="436" r:id="rId42"/>
    <p:sldId id="437" r:id="rId43"/>
    <p:sldId id="445" r:id="rId44"/>
    <p:sldId id="446" r:id="rId45"/>
    <p:sldId id="447" r:id="rId46"/>
    <p:sldId id="448" r:id="rId47"/>
    <p:sldId id="449" r:id="rId48"/>
    <p:sldId id="438" r:id="rId49"/>
    <p:sldId id="439" r:id="rId50"/>
    <p:sldId id="450" r:id="rId51"/>
    <p:sldId id="451" r:id="rId52"/>
    <p:sldId id="452" r:id="rId53"/>
    <p:sldId id="453" r:id="rId54"/>
    <p:sldId id="454" r:id="rId55"/>
    <p:sldId id="455" r:id="rId56"/>
    <p:sldId id="456" r:id="rId57"/>
    <p:sldId id="457" r:id="rId58"/>
    <p:sldId id="458" r:id="rId59"/>
    <p:sldId id="459" r:id="rId60"/>
    <p:sldId id="460" r:id="rId61"/>
    <p:sldId id="461" r:id="rId62"/>
    <p:sldId id="462" r:id="rId63"/>
    <p:sldId id="463" r:id="rId64"/>
    <p:sldId id="464" r:id="rId65"/>
    <p:sldId id="465" r:id="rId66"/>
    <p:sldId id="444" r:id="rId67"/>
    <p:sldId id="601" r:id="rId68"/>
    <p:sldId id="602" r:id="rId69"/>
    <p:sldId id="466" r:id="rId70"/>
    <p:sldId id="467" r:id="rId71"/>
    <p:sldId id="468" r:id="rId72"/>
    <p:sldId id="499" r:id="rId73"/>
    <p:sldId id="471" r:id="rId74"/>
    <p:sldId id="652" r:id="rId75"/>
    <p:sldId id="472" r:id="rId76"/>
    <p:sldId id="473" r:id="rId77"/>
    <p:sldId id="474" r:id="rId78"/>
    <p:sldId id="475" r:id="rId79"/>
    <p:sldId id="478" r:id="rId80"/>
    <p:sldId id="479" r:id="rId81"/>
    <p:sldId id="480" r:id="rId82"/>
    <p:sldId id="481" r:id="rId83"/>
    <p:sldId id="482" r:id="rId84"/>
    <p:sldId id="483" r:id="rId85"/>
    <p:sldId id="485" r:id="rId86"/>
    <p:sldId id="486" r:id="rId87"/>
    <p:sldId id="488" r:id="rId88"/>
    <p:sldId id="491" r:id="rId89"/>
    <p:sldId id="490" r:id="rId90"/>
    <p:sldId id="493" r:id="rId91"/>
    <p:sldId id="494" r:id="rId92"/>
    <p:sldId id="495" r:id="rId93"/>
    <p:sldId id="496" r:id="rId94"/>
    <p:sldId id="497" r:id="rId95"/>
    <p:sldId id="500" r:id="rId96"/>
    <p:sldId id="502" r:id="rId97"/>
    <p:sldId id="501" r:id="rId98"/>
    <p:sldId id="503" r:id="rId99"/>
    <p:sldId id="504" r:id="rId100"/>
    <p:sldId id="505" r:id="rId101"/>
    <p:sldId id="507" r:id="rId102"/>
    <p:sldId id="506" r:id="rId103"/>
    <p:sldId id="508" r:id="rId104"/>
    <p:sldId id="509" r:id="rId105"/>
    <p:sldId id="510" r:id="rId106"/>
    <p:sldId id="511" r:id="rId107"/>
    <p:sldId id="513" r:id="rId108"/>
    <p:sldId id="515" r:id="rId109"/>
    <p:sldId id="516" r:id="rId110"/>
    <p:sldId id="517" r:id="rId111"/>
    <p:sldId id="519" r:id="rId112"/>
    <p:sldId id="520" r:id="rId113"/>
    <p:sldId id="521" r:id="rId114"/>
    <p:sldId id="522" r:id="rId115"/>
    <p:sldId id="523" r:id="rId116"/>
    <p:sldId id="524" r:id="rId117"/>
    <p:sldId id="525" r:id="rId118"/>
    <p:sldId id="526" r:id="rId119"/>
    <p:sldId id="527" r:id="rId120"/>
    <p:sldId id="528" r:id="rId121"/>
    <p:sldId id="531" r:id="rId122"/>
    <p:sldId id="540" r:id="rId123"/>
    <p:sldId id="541" r:id="rId124"/>
    <p:sldId id="542" r:id="rId125"/>
    <p:sldId id="543" r:id="rId126"/>
    <p:sldId id="544" r:id="rId127"/>
    <p:sldId id="545" r:id="rId128"/>
    <p:sldId id="548" r:id="rId129"/>
    <p:sldId id="546" r:id="rId130"/>
    <p:sldId id="549" r:id="rId131"/>
    <p:sldId id="547" r:id="rId132"/>
    <p:sldId id="550" r:id="rId133"/>
    <p:sldId id="551" r:id="rId134"/>
    <p:sldId id="553" r:id="rId135"/>
    <p:sldId id="554" r:id="rId136"/>
    <p:sldId id="555" r:id="rId137"/>
    <p:sldId id="556" r:id="rId138"/>
    <p:sldId id="557" r:id="rId139"/>
    <p:sldId id="558" r:id="rId140"/>
    <p:sldId id="559" r:id="rId141"/>
    <p:sldId id="560" r:id="rId142"/>
    <p:sldId id="561" r:id="rId143"/>
    <p:sldId id="562" r:id="rId144"/>
    <p:sldId id="563" r:id="rId145"/>
    <p:sldId id="564" r:id="rId146"/>
    <p:sldId id="570" r:id="rId147"/>
    <p:sldId id="571" r:id="rId148"/>
    <p:sldId id="572" r:id="rId14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2" autoAdjust="0"/>
    <p:restoredTop sz="94660"/>
  </p:normalViewPr>
  <p:slideViewPr>
    <p:cSldViewPr>
      <p:cViewPr varScale="1">
        <p:scale>
          <a:sx n="78" d="100"/>
          <a:sy n="78" d="100"/>
        </p:scale>
        <p:origin x="1531" y="72"/>
      </p:cViewPr>
      <p:guideLst>
        <p:guide orient="horz" pos="247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149" Type="http://schemas.openxmlformats.org/officeDocument/2006/relationships/slide" Target="slides/slide146.xml"/><Relationship Id="rId5" Type="http://schemas.openxmlformats.org/officeDocument/2006/relationships/slide" Target="slides/slide2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slide" Target="slides/slide131.xml"/><Relationship Id="rId139" Type="http://schemas.openxmlformats.org/officeDocument/2006/relationships/slide" Target="slides/slide13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50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45" Type="http://schemas.openxmlformats.org/officeDocument/2006/relationships/slide" Target="slides/slide14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51" Type="http://schemas.openxmlformats.org/officeDocument/2006/relationships/presProps" Target="presProps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slide" Target="slides/slide138.xml"/><Relationship Id="rId146" Type="http://schemas.openxmlformats.org/officeDocument/2006/relationships/slide" Target="slides/slide14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52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147" Type="http://schemas.openxmlformats.org/officeDocument/2006/relationships/slide" Target="slides/slide144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slide" Target="slides/slide139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3" Type="http://schemas.openxmlformats.org/officeDocument/2006/relationships/theme" Target="theme/theme1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slide" Target="slides/slide140.xml"/><Relationship Id="rId148" Type="http://schemas.openxmlformats.org/officeDocument/2006/relationships/slide" Target="slides/slide145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54" Type="http://schemas.openxmlformats.org/officeDocument/2006/relationships/tableStyles" Target="tableStyles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slide" Target="slides/slide141.xml"/><Relationship Id="rId90" Type="http://schemas.openxmlformats.org/officeDocument/2006/relationships/slide" Target="slides/slide8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0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0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9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43.wmf"/><Relationship Id="rId7" Type="http://schemas.openxmlformats.org/officeDocument/2006/relationships/image" Target="../media/image53.wmf"/><Relationship Id="rId2" Type="http://schemas.openxmlformats.org/officeDocument/2006/relationships/image" Target="../media/image42.wmf"/><Relationship Id="rId1" Type="http://schemas.openxmlformats.org/officeDocument/2006/relationships/image" Target="../media/image49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1.wmf"/><Relationship Id="rId4" Type="http://schemas.openxmlformats.org/officeDocument/2006/relationships/image" Target="../media/image5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42.wmf"/><Relationship Id="rId1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42.wmf"/><Relationship Id="rId1" Type="http://schemas.openxmlformats.org/officeDocument/2006/relationships/image" Target="../media/image61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42.wmf"/><Relationship Id="rId1" Type="http://schemas.openxmlformats.org/officeDocument/2006/relationships/image" Target="../media/image61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7" Type="http://schemas.openxmlformats.org/officeDocument/2006/relationships/image" Target="../media/image71.wmf"/><Relationship Id="rId2" Type="http://schemas.openxmlformats.org/officeDocument/2006/relationships/image" Target="../media/image42.wmf"/><Relationship Id="rId1" Type="http://schemas.openxmlformats.org/officeDocument/2006/relationships/image" Target="../media/image61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6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wmf"/><Relationship Id="rId1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4" Type="http://schemas.openxmlformats.org/officeDocument/2006/relationships/image" Target="../media/image8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5" Type="http://schemas.openxmlformats.org/officeDocument/2006/relationships/image" Target="../media/image85.wmf"/><Relationship Id="rId4" Type="http://schemas.openxmlformats.org/officeDocument/2006/relationships/image" Target="../media/image83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5" Type="http://schemas.openxmlformats.org/officeDocument/2006/relationships/image" Target="../media/image86.wmf"/><Relationship Id="rId4" Type="http://schemas.openxmlformats.org/officeDocument/2006/relationships/image" Target="../media/image8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5" Type="http://schemas.openxmlformats.org/officeDocument/2006/relationships/image" Target="../media/image87.wmf"/><Relationship Id="rId4" Type="http://schemas.openxmlformats.org/officeDocument/2006/relationships/image" Target="../media/image8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5" Type="http://schemas.openxmlformats.org/officeDocument/2006/relationships/image" Target="../media/image88.wmf"/><Relationship Id="rId4" Type="http://schemas.openxmlformats.org/officeDocument/2006/relationships/image" Target="../media/image8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5" Type="http://schemas.openxmlformats.org/officeDocument/2006/relationships/image" Target="../media/image89.wmf"/><Relationship Id="rId4" Type="http://schemas.openxmlformats.org/officeDocument/2006/relationships/image" Target="../media/image8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3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93.wmf"/><Relationship Id="rId2" Type="http://schemas.openxmlformats.org/officeDocument/2006/relationships/image" Target="../media/image62.wmf"/><Relationship Id="rId1" Type="http://schemas.openxmlformats.org/officeDocument/2006/relationships/image" Target="../media/image79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8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7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1.wmf"/><Relationship Id="rId1" Type="http://schemas.openxmlformats.org/officeDocument/2006/relationships/image" Target="../media/image79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wmf"/><Relationship Id="rId1" Type="http://schemas.openxmlformats.org/officeDocument/2006/relationships/image" Target="../media/image108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0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wmf"/><Relationship Id="rId1" Type="http://schemas.openxmlformats.org/officeDocument/2006/relationships/image" Target="../media/image117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120.wmf"/><Relationship Id="rId1" Type="http://schemas.openxmlformats.org/officeDocument/2006/relationships/image" Target="../media/image117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120.wmf"/><Relationship Id="rId1" Type="http://schemas.openxmlformats.org/officeDocument/2006/relationships/image" Target="../media/image117.wmf"/><Relationship Id="rId6" Type="http://schemas.openxmlformats.org/officeDocument/2006/relationships/image" Target="../media/image126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120.wmf"/><Relationship Id="rId1" Type="http://schemas.openxmlformats.org/officeDocument/2006/relationships/image" Target="../media/image117.wmf"/><Relationship Id="rId6" Type="http://schemas.openxmlformats.org/officeDocument/2006/relationships/image" Target="../media/image127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120.wmf"/><Relationship Id="rId1" Type="http://schemas.openxmlformats.org/officeDocument/2006/relationships/image" Target="../media/image117.wmf"/><Relationship Id="rId6" Type="http://schemas.openxmlformats.org/officeDocument/2006/relationships/image" Target="../media/image121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120.wmf"/><Relationship Id="rId1" Type="http://schemas.openxmlformats.org/officeDocument/2006/relationships/image" Target="../media/image117.wmf"/><Relationship Id="rId5" Type="http://schemas.openxmlformats.org/officeDocument/2006/relationships/image" Target="../media/image121.wmf"/><Relationship Id="rId4" Type="http://schemas.openxmlformats.org/officeDocument/2006/relationships/image" Target="../media/image130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120.wmf"/><Relationship Id="rId1" Type="http://schemas.openxmlformats.org/officeDocument/2006/relationships/image" Target="../media/image117.wmf"/><Relationship Id="rId6" Type="http://schemas.openxmlformats.org/officeDocument/2006/relationships/image" Target="../media/image131.wmf"/><Relationship Id="rId5" Type="http://schemas.openxmlformats.org/officeDocument/2006/relationships/image" Target="../media/image121.wmf"/><Relationship Id="rId4" Type="http://schemas.openxmlformats.org/officeDocument/2006/relationships/image" Target="../media/image130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wmf"/><Relationship Id="rId2" Type="http://schemas.openxmlformats.org/officeDocument/2006/relationships/image" Target="../media/image120.wmf"/><Relationship Id="rId1" Type="http://schemas.openxmlformats.org/officeDocument/2006/relationships/image" Target="../media/image117.wmf"/><Relationship Id="rId6" Type="http://schemas.openxmlformats.org/officeDocument/2006/relationships/image" Target="../media/image134.wmf"/><Relationship Id="rId5" Type="http://schemas.openxmlformats.org/officeDocument/2006/relationships/image" Target="../media/image133.wmf"/><Relationship Id="rId4" Type="http://schemas.openxmlformats.org/officeDocument/2006/relationships/image" Target="../media/image131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wmf"/><Relationship Id="rId1" Type="http://schemas.openxmlformats.org/officeDocument/2006/relationships/image" Target="../media/image117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17.wmf"/><Relationship Id="rId4" Type="http://schemas.openxmlformats.org/officeDocument/2006/relationships/image" Target="../media/image135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40.wmf"/><Relationship Id="rId1" Type="http://schemas.openxmlformats.org/officeDocument/2006/relationships/image" Target="../media/image117.wmf"/><Relationship Id="rId5" Type="http://schemas.openxmlformats.org/officeDocument/2006/relationships/image" Target="../media/image141.wmf"/><Relationship Id="rId4" Type="http://schemas.openxmlformats.org/officeDocument/2006/relationships/image" Target="../media/image135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7.wmf"/><Relationship Id="rId1" Type="http://schemas.openxmlformats.org/officeDocument/2006/relationships/image" Target="../media/image117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7" Type="http://schemas.openxmlformats.org/officeDocument/2006/relationships/image" Target="../media/image144.wmf"/><Relationship Id="rId2" Type="http://schemas.openxmlformats.org/officeDocument/2006/relationships/image" Target="../media/image137.wmf"/><Relationship Id="rId1" Type="http://schemas.openxmlformats.org/officeDocument/2006/relationships/image" Target="../media/image117.wmf"/><Relationship Id="rId6" Type="http://schemas.openxmlformats.org/officeDocument/2006/relationships/image" Target="../media/image143.wmf"/><Relationship Id="rId5" Type="http://schemas.openxmlformats.org/officeDocument/2006/relationships/image" Target="../media/image142.wmf"/><Relationship Id="rId4" Type="http://schemas.openxmlformats.org/officeDocument/2006/relationships/image" Target="../media/image141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5" Type="http://schemas.openxmlformats.org/officeDocument/2006/relationships/image" Target="../media/image150.wmf"/><Relationship Id="rId4" Type="http://schemas.openxmlformats.org/officeDocument/2006/relationships/image" Target="../media/image149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5" Type="http://schemas.openxmlformats.org/officeDocument/2006/relationships/image" Target="../media/image152.wmf"/><Relationship Id="rId4" Type="http://schemas.openxmlformats.org/officeDocument/2006/relationships/image" Target="../media/image149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5" Type="http://schemas.openxmlformats.org/officeDocument/2006/relationships/image" Target="../media/image153.wmf"/><Relationship Id="rId4" Type="http://schemas.openxmlformats.org/officeDocument/2006/relationships/image" Target="../media/image149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49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7.wmf"/><Relationship Id="rId5" Type="http://schemas.openxmlformats.org/officeDocument/2006/relationships/image" Target="../media/image156.wmf"/><Relationship Id="rId4" Type="http://schemas.openxmlformats.org/officeDocument/2006/relationships/image" Target="../media/image149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48.wmf"/><Relationship Id="rId7" Type="http://schemas.openxmlformats.org/officeDocument/2006/relationships/image" Target="../media/image159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8.wmf"/><Relationship Id="rId5" Type="http://schemas.openxmlformats.org/officeDocument/2006/relationships/image" Target="../media/image156.wmf"/><Relationship Id="rId4" Type="http://schemas.openxmlformats.org/officeDocument/2006/relationships/image" Target="../media/image149.wmf"/><Relationship Id="rId9" Type="http://schemas.openxmlformats.org/officeDocument/2006/relationships/image" Target="../media/image161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48.wmf"/><Relationship Id="rId7" Type="http://schemas.openxmlformats.org/officeDocument/2006/relationships/image" Target="../media/image159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Relationship Id="rId6" Type="http://schemas.openxmlformats.org/officeDocument/2006/relationships/image" Target="../media/image158.wmf"/><Relationship Id="rId5" Type="http://schemas.openxmlformats.org/officeDocument/2006/relationships/image" Target="../media/image156.wmf"/><Relationship Id="rId10" Type="http://schemas.openxmlformats.org/officeDocument/2006/relationships/image" Target="../media/image164.wmf"/><Relationship Id="rId4" Type="http://schemas.openxmlformats.org/officeDocument/2006/relationships/image" Target="../media/image149.wmf"/><Relationship Id="rId9" Type="http://schemas.openxmlformats.org/officeDocument/2006/relationships/image" Target="../media/image161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8.wmf"/></Relationships>
</file>

<file path=ppt/drawings/_rels/vmlDrawing5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wmf"/><Relationship Id="rId1" Type="http://schemas.openxmlformats.org/officeDocument/2006/relationships/image" Target="../media/image171.wmf"/></Relationships>
</file>

<file path=ppt/drawings/_rels/vmlDrawing5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wmf"/><Relationship Id="rId1" Type="http://schemas.openxmlformats.org/officeDocument/2006/relationships/image" Target="../media/image174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7.wmf"/><Relationship Id="rId1" Type="http://schemas.openxmlformats.org/officeDocument/2006/relationships/image" Target="../media/image174.wmf"/></Relationships>
</file>

<file path=ppt/drawings/_rels/vmlDrawing5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wmf"/><Relationship Id="rId2" Type="http://schemas.openxmlformats.org/officeDocument/2006/relationships/image" Target="../media/image177.wmf"/><Relationship Id="rId1" Type="http://schemas.openxmlformats.org/officeDocument/2006/relationships/image" Target="../media/image174.wmf"/><Relationship Id="rId4" Type="http://schemas.openxmlformats.org/officeDocument/2006/relationships/image" Target="../media/image175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wmf"/><Relationship Id="rId2" Type="http://schemas.openxmlformats.org/officeDocument/2006/relationships/image" Target="../media/image174.wmf"/><Relationship Id="rId1" Type="http://schemas.openxmlformats.org/officeDocument/2006/relationships/image" Target="../media/image175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79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wmf"/><Relationship Id="rId2" Type="http://schemas.openxmlformats.org/officeDocument/2006/relationships/image" Target="../media/image182.wmf"/><Relationship Id="rId1" Type="http://schemas.openxmlformats.org/officeDocument/2006/relationships/image" Target="../media/image174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7" Type="http://schemas.openxmlformats.org/officeDocument/2006/relationships/image" Target="../media/image174.wmf"/><Relationship Id="rId2" Type="http://schemas.openxmlformats.org/officeDocument/2006/relationships/image" Target="../media/image171.wmf"/><Relationship Id="rId1" Type="http://schemas.openxmlformats.org/officeDocument/2006/relationships/image" Target="../media/image182.wmf"/><Relationship Id="rId6" Type="http://schemas.openxmlformats.org/officeDocument/2006/relationships/image" Target="../media/image186.wmf"/><Relationship Id="rId5" Type="http://schemas.openxmlformats.org/officeDocument/2006/relationships/image" Target="../media/image185.wmf"/><Relationship Id="rId4" Type="http://schemas.openxmlformats.org/officeDocument/2006/relationships/image" Target="../media/image184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2" Type="http://schemas.openxmlformats.org/officeDocument/2006/relationships/image" Target="../media/image174.wmf"/><Relationship Id="rId1" Type="http://schemas.openxmlformats.org/officeDocument/2006/relationships/image" Target="../media/image188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image" Target="../media/image174.wmf"/><Relationship Id="rId1" Type="http://schemas.openxmlformats.org/officeDocument/2006/relationships/image" Target="../media/image190.wmf"/><Relationship Id="rId6" Type="http://schemas.openxmlformats.org/officeDocument/2006/relationships/image" Target="../media/image192.wmf"/><Relationship Id="rId5" Type="http://schemas.openxmlformats.org/officeDocument/2006/relationships/image" Target="../media/image179.wmf"/><Relationship Id="rId4" Type="http://schemas.openxmlformats.org/officeDocument/2006/relationships/image" Target="../media/image177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74.wmf"/><Relationship Id="rId1" Type="http://schemas.openxmlformats.org/officeDocument/2006/relationships/image" Target="../media/image190.wmf"/><Relationship Id="rId6" Type="http://schemas.openxmlformats.org/officeDocument/2006/relationships/image" Target="../media/image192.wmf"/><Relationship Id="rId5" Type="http://schemas.openxmlformats.org/officeDocument/2006/relationships/image" Target="../media/image179.wmf"/><Relationship Id="rId4" Type="http://schemas.openxmlformats.org/officeDocument/2006/relationships/image" Target="../media/image177.w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9.w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wmf"/><Relationship Id="rId2" Type="http://schemas.openxmlformats.org/officeDocument/2006/relationships/image" Target="../media/image202.wmf"/><Relationship Id="rId1" Type="http://schemas.openxmlformats.org/officeDocument/2006/relationships/image" Target="../media/image200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2" Type="http://schemas.openxmlformats.org/officeDocument/2006/relationships/image" Target="../media/image204.wmf"/><Relationship Id="rId1" Type="http://schemas.openxmlformats.org/officeDocument/2006/relationships/image" Target="../media/image200.wmf"/></Relationships>
</file>

<file path=ppt/drawings/_rels/vmlDrawing6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wmf"/><Relationship Id="rId2" Type="http://schemas.openxmlformats.org/officeDocument/2006/relationships/image" Target="../media/image204.wmf"/><Relationship Id="rId1" Type="http://schemas.openxmlformats.org/officeDocument/2006/relationships/image" Target="../media/image206.wmf"/></Relationships>
</file>

<file path=ppt/drawings/_rels/vmlDrawing7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wmf"/><Relationship Id="rId2" Type="http://schemas.openxmlformats.org/officeDocument/2006/relationships/image" Target="../media/image204.wmf"/><Relationship Id="rId1" Type="http://schemas.openxmlformats.org/officeDocument/2006/relationships/image" Target="../media/image206.wmf"/></Relationships>
</file>

<file path=ppt/drawings/_rels/vmlDrawing7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wmf"/><Relationship Id="rId2" Type="http://schemas.openxmlformats.org/officeDocument/2006/relationships/image" Target="../media/image204.wmf"/><Relationship Id="rId1" Type="http://schemas.openxmlformats.org/officeDocument/2006/relationships/image" Target="../media/image206.wmf"/><Relationship Id="rId4" Type="http://schemas.openxmlformats.org/officeDocument/2006/relationships/image" Target="../media/image210.wmf"/></Relationships>
</file>

<file path=ppt/drawings/_rels/vmlDrawing7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wmf"/><Relationship Id="rId2" Type="http://schemas.openxmlformats.org/officeDocument/2006/relationships/image" Target="../media/image204.wmf"/><Relationship Id="rId1" Type="http://schemas.openxmlformats.org/officeDocument/2006/relationships/image" Target="../media/image206.wmf"/><Relationship Id="rId4" Type="http://schemas.openxmlformats.org/officeDocument/2006/relationships/image" Target="../media/image210.wmf"/></Relationships>
</file>

<file path=ppt/drawings/_rels/vmlDrawing7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wmf"/><Relationship Id="rId2" Type="http://schemas.openxmlformats.org/officeDocument/2006/relationships/image" Target="../media/image204.wmf"/><Relationship Id="rId1" Type="http://schemas.openxmlformats.org/officeDocument/2006/relationships/image" Target="../media/image206.wmf"/><Relationship Id="rId4" Type="http://schemas.openxmlformats.org/officeDocument/2006/relationships/image" Target="../media/image210.w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wmf"/><Relationship Id="rId2" Type="http://schemas.openxmlformats.org/officeDocument/2006/relationships/image" Target="../media/image204.wmf"/><Relationship Id="rId1" Type="http://schemas.openxmlformats.org/officeDocument/2006/relationships/image" Target="../media/image206.wmf"/><Relationship Id="rId5" Type="http://schemas.openxmlformats.org/officeDocument/2006/relationships/image" Target="../media/image214.wmf"/><Relationship Id="rId4" Type="http://schemas.openxmlformats.org/officeDocument/2006/relationships/image" Target="../media/image210.w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wmf"/></Relationships>
</file>

<file path=ppt/drawings/_rels/vmlDrawing7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wmf"/><Relationship Id="rId1" Type="http://schemas.openxmlformats.org/officeDocument/2006/relationships/image" Target="../media/image200.wmf"/></Relationships>
</file>

<file path=ppt/drawings/_rels/vmlDrawing7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image" Target="../media/image217.wmf"/><Relationship Id="rId1" Type="http://schemas.openxmlformats.org/officeDocument/2006/relationships/image" Target="../media/image200.wmf"/></Relationships>
</file>

<file path=ppt/drawings/_rels/vmlDrawing7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wmf"/><Relationship Id="rId2" Type="http://schemas.openxmlformats.org/officeDocument/2006/relationships/image" Target="../media/image217.wmf"/><Relationship Id="rId1" Type="http://schemas.openxmlformats.org/officeDocument/2006/relationships/image" Target="../media/image200.wmf"/></Relationships>
</file>

<file path=ppt/drawings/_rels/vmlDrawing7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2" Type="http://schemas.openxmlformats.org/officeDocument/2006/relationships/image" Target="../media/image217.wmf"/><Relationship Id="rId1" Type="http://schemas.openxmlformats.org/officeDocument/2006/relationships/image" Target="../media/image200.wmf"/><Relationship Id="rId4" Type="http://schemas.openxmlformats.org/officeDocument/2006/relationships/image" Target="../media/image221.wmf"/></Relationships>
</file>

<file path=ppt/drawings/_rels/vmlDrawing8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image" Target="../media/image217.wmf"/><Relationship Id="rId1" Type="http://schemas.openxmlformats.org/officeDocument/2006/relationships/image" Target="../media/image200.wmf"/><Relationship Id="rId5" Type="http://schemas.openxmlformats.org/officeDocument/2006/relationships/image" Target="../media/image223.wmf"/><Relationship Id="rId4" Type="http://schemas.openxmlformats.org/officeDocument/2006/relationships/image" Target="../media/image221.wmf"/></Relationships>
</file>

<file path=ppt/drawings/_rels/vmlDrawing8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wmf"/><Relationship Id="rId2" Type="http://schemas.openxmlformats.org/officeDocument/2006/relationships/image" Target="../media/image217.wmf"/><Relationship Id="rId1" Type="http://schemas.openxmlformats.org/officeDocument/2006/relationships/image" Target="../media/image200.wmf"/><Relationship Id="rId5" Type="http://schemas.openxmlformats.org/officeDocument/2006/relationships/image" Target="../media/image225.wmf"/><Relationship Id="rId4" Type="http://schemas.openxmlformats.org/officeDocument/2006/relationships/image" Target="../media/image224.wmf"/></Relationships>
</file>

<file path=ppt/drawings/_rels/vmlDrawing8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2.w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1.wmf"/></Relationships>
</file>

<file path=ppt/drawings/_rels/vmlDrawing8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4.wmf"/></Relationships>
</file>

<file path=ppt/drawings/_rels/vmlDrawing8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6.wmf"/><Relationship Id="rId1" Type="http://schemas.openxmlformats.org/officeDocument/2006/relationships/image" Target="../media/image235.wmf"/></Relationships>
</file>

<file path=ppt/drawings/_rels/vmlDrawing8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/Relationships>
</file>

<file path=ppt/drawings/_rels/vmlDrawing8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/Relationships>
</file>

<file path=ppt/drawings/_rels/vmlDrawing9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Relationship Id="rId4" Type="http://schemas.openxmlformats.org/officeDocument/2006/relationships/image" Target="../media/image243.wmf"/></Relationships>
</file>

<file path=ppt/drawings/_rels/vmlDrawing9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wmf"/><Relationship Id="rId2" Type="http://schemas.openxmlformats.org/officeDocument/2006/relationships/image" Target="../media/image236.wmf"/><Relationship Id="rId1" Type="http://schemas.openxmlformats.org/officeDocument/2006/relationships/image" Target="../media/image235.wmf"/><Relationship Id="rId6" Type="http://schemas.openxmlformats.org/officeDocument/2006/relationships/image" Target="../media/image245.wmf"/><Relationship Id="rId5" Type="http://schemas.openxmlformats.org/officeDocument/2006/relationships/image" Target="../media/image244.wmf"/><Relationship Id="rId4" Type="http://schemas.openxmlformats.org/officeDocument/2006/relationships/image" Target="../media/image243.wmf"/></Relationships>
</file>

<file path=ppt/drawings/_rels/vmlDrawing9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8.wmf"/></Relationships>
</file>

<file path=ppt/drawings/_rels/vmlDrawing9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image" Target="../media/image236.wmf"/><Relationship Id="rId1" Type="http://schemas.openxmlformats.org/officeDocument/2006/relationships/image" Target="../media/image249.wmf"/></Relationships>
</file>

<file path=ppt/drawings/_rels/vmlDrawing9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image" Target="../media/image236.wmf"/><Relationship Id="rId1" Type="http://schemas.openxmlformats.org/officeDocument/2006/relationships/image" Target="../media/image249.wmf"/><Relationship Id="rId4" Type="http://schemas.openxmlformats.org/officeDocument/2006/relationships/image" Target="../media/image252.wmf"/></Relationships>
</file>

<file path=ppt/drawings/_rels/vmlDrawing9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2" Type="http://schemas.openxmlformats.org/officeDocument/2006/relationships/image" Target="../media/image236.wmf"/><Relationship Id="rId1" Type="http://schemas.openxmlformats.org/officeDocument/2006/relationships/image" Target="../media/image249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/Relationships>
</file>

<file path=ppt/drawings/_rels/vmlDrawing9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wmf"/><Relationship Id="rId7" Type="http://schemas.openxmlformats.org/officeDocument/2006/relationships/image" Target="../media/image245.wmf"/><Relationship Id="rId2" Type="http://schemas.openxmlformats.org/officeDocument/2006/relationships/image" Target="../media/image236.wmf"/><Relationship Id="rId1" Type="http://schemas.openxmlformats.org/officeDocument/2006/relationships/image" Target="../media/image249.wmf"/><Relationship Id="rId6" Type="http://schemas.openxmlformats.org/officeDocument/2006/relationships/image" Target="../media/image244.wmf"/><Relationship Id="rId5" Type="http://schemas.openxmlformats.org/officeDocument/2006/relationships/image" Target="../media/image255.wmf"/><Relationship Id="rId4" Type="http://schemas.openxmlformats.org/officeDocument/2006/relationships/image" Target="../media/image2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C0A4F-6965-47C4-AA22-49C016992D9D}" type="datetimeFigureOut">
              <a:rPr lang="zh-CN" altLang="en-US" smtClean="0"/>
              <a:pPr/>
              <a:t>2021/11/27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56CADB-65D5-45D1-ACB1-61FEC89783D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448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129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79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89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90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91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92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56CADB-65D5-45D1-ACB1-61FEC89783DE}" type="slidenum">
              <a:rPr lang="zh-CN" altLang="en-US" smtClean="0"/>
              <a:pPr/>
              <a:t>146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030538"/>
            <a:ext cx="9144000" cy="382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 txBox="1">
            <a:spLocks noChangeArrowheads="1"/>
          </p:cNvSpPr>
          <p:nvPr/>
        </p:nvSpPr>
        <p:spPr bwMode="auto">
          <a:xfrm>
            <a:off x="6372200" y="5877272"/>
            <a:ext cx="2303488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ea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zh-CN" altLang="en-US" sz="1400" b="1" noProof="1">
                <a:solidFill>
                  <a:schemeClr val="bg1"/>
                </a:solidFill>
              </a:rPr>
              <a:t>浙江大学海洋学院</a:t>
            </a:r>
            <a:endParaRPr lang="en-US" altLang="zh-CN" sz="1400" b="1" noProof="1">
              <a:solidFill>
                <a:schemeClr val="bg1"/>
              </a:solidFill>
            </a:endParaRPr>
          </a:p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en-US" altLang="zh-CN" sz="1400" b="0" noProof="1">
                <a:solidFill>
                  <a:schemeClr val="bg1"/>
                </a:solidFill>
              </a:rPr>
              <a:t> Tel :</a:t>
            </a:r>
          </a:p>
          <a:p>
            <a:pPr eaLnBrk="0" hangingPunc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defRPr/>
            </a:pPr>
            <a:r>
              <a:rPr lang="en-US" altLang="zh-CN" sz="1400" b="0" noProof="1">
                <a:solidFill>
                  <a:schemeClr val="bg1"/>
                </a:solidFill>
              </a:rPr>
              <a:t>Email</a:t>
            </a:r>
            <a:r>
              <a:rPr lang="zh-CN" altLang="en-US" sz="1400" b="0" noProof="1">
                <a:solidFill>
                  <a:schemeClr val="bg1"/>
                </a:solidFill>
              </a:rPr>
              <a:t>：</a:t>
            </a:r>
            <a:endParaRPr lang="en-US" altLang="en-US" sz="1400" b="0" noProof="1">
              <a:solidFill>
                <a:schemeClr val="bg1"/>
              </a:solidFill>
            </a:endParaRPr>
          </a:p>
        </p:txBody>
      </p:sp>
      <p:sp>
        <p:nvSpPr>
          <p:cNvPr id="2053" name="Rectangle 27"/>
          <p:cNvSpPr>
            <a:spLocks noGrp="1" noChangeArrowheads="1"/>
          </p:cNvSpPr>
          <p:nvPr>
            <p:ph type="ctrTitle"/>
          </p:nvPr>
        </p:nvSpPr>
        <p:spPr>
          <a:xfrm>
            <a:off x="468313" y="4365625"/>
            <a:ext cx="8207375" cy="960438"/>
          </a:xfrm>
          <a:ln w="9525"/>
        </p:spPr>
        <p:txBody>
          <a:bodyPr/>
          <a:lstStyle>
            <a:lvl1pPr>
              <a:defRPr sz="34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2054" name="Rectangle 31"/>
          <p:cNvSpPr>
            <a:spLocks noGrp="1" noChangeArrowheads="1"/>
          </p:cNvSpPr>
          <p:nvPr>
            <p:ph type="subTitle" idx="1"/>
          </p:nvPr>
        </p:nvSpPr>
        <p:spPr>
          <a:xfrm>
            <a:off x="683568" y="5326063"/>
            <a:ext cx="7776864" cy="407987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49156" name="Picture 4" descr="E:\Pictures\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8640"/>
            <a:ext cx="1656184" cy="818857"/>
          </a:xfrm>
          <a:prstGeom prst="rect">
            <a:avLst/>
          </a:prstGeom>
          <a:noFill/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5124" y="6138731"/>
            <a:ext cx="438876" cy="7192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268413"/>
            <a:ext cx="4027487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27488" cy="50403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0340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0340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678B5-F165-4A52-A876-8745F24FBD1B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CC364-1BA5-41B9-AB2A-AED99E06F6D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6782E4-2871-4BB6-B52B-F45FC9E27857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FE7BF-FC50-4631-86B5-C40F6148C3B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1D1C5-9D19-40FC-B384-178359BF50EB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4FC075-4888-4507-A2A3-28BF2AB6BA3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FCBEF-9D20-4127-906B-8148DF812E07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4A21DF-7FF8-481C-8F91-FD6CD142DE1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132DE-5E86-4C88-8806-E89B87EB43B3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0C862-EC86-4931-94EC-917C8D8D0F5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52F0E-1E3D-4D1B-A798-CF61ABE6582D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BCD9F-BD44-4EF6-BE82-AAE783C4350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95A9D-3DA7-4A46-A026-6D9EC5C8CCD8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C52EBF-F81B-48B6-BE4D-26C1D1B6B6E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D32402-3A0A-4A83-B014-02616F27F8F8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8539A8-602D-4E51-B413-7D304968862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CDA8DB-4701-46C4-9721-3C9EE473A796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80078-58AC-4D3E-ABE4-9AC19CDC29F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565BF3-57FE-4DBA-9409-6B0BEA8ABF29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6B3F5-11FC-4098-8939-7139F82C3FE9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4A2F9-17F2-403D-9114-821E83781671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68FAC-5B3F-4E4F-841D-C005C5C6C87A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 descr="6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nordri_02"/>
          <p:cNvPicPr>
            <a:picLocks noChangeAspect="1" noChangeArrowheads="1"/>
          </p:cNvPicPr>
          <p:nvPr/>
        </p:nvPicPr>
        <p:blipFill>
          <a:blip r:embed="rId15" cstate="print">
            <a:lum bright="-54000" contrast="42000"/>
          </a:blip>
          <a:srcRect/>
          <a:stretch>
            <a:fillRect/>
          </a:stretch>
        </p:blipFill>
        <p:spPr bwMode="auto">
          <a:xfrm>
            <a:off x="0" y="1225550"/>
            <a:ext cx="914400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9" name="Rectangle 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268413"/>
            <a:ext cx="8207375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3851275" y="6524625"/>
            <a:ext cx="1439863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>
              <a:defRPr/>
            </a:pPr>
            <a:r>
              <a:rPr lang="de-DE" altLang="en-US" sz="1000"/>
              <a:t>Page </a:t>
            </a:r>
            <a:r>
              <a:rPr lang="de-DE" altLang="en-US" sz="1000">
                <a:sym typeface="MS UI Gothic" pitchFamily="34" charset="-128"/>
              </a:rPr>
              <a:t></a:t>
            </a:r>
            <a:r>
              <a:rPr lang="de-DE" altLang="en-US" sz="1000"/>
              <a:t> </a:t>
            </a:r>
            <a:fld id="{79942497-7726-428B-B087-1DEFCAC66726}" type="slidenum">
              <a:rPr lang="zh-CN" altLang="en-US" sz="1000"/>
              <a:pPr algn="ctr" eaLnBrk="0" hangingPunct="0">
                <a:defRPr/>
              </a:pPr>
              <a:t>‹#›</a:t>
            </a:fld>
            <a:endParaRPr lang="en-US" sz="1000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468313" y="446088"/>
            <a:ext cx="1389062" cy="34925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DDDDDD"/>
              </a:gs>
            </a:gsLst>
            <a:lin ang="0" scaled="1"/>
          </a:gradFill>
          <a:ln w="9525" cmpd="sng">
            <a:solidFill>
              <a:srgbClr val="969696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defRPr/>
            </a:pPr>
            <a:r>
              <a:rPr lang="de-DE" altLang="en-US" sz="1400" i="0"/>
              <a:t>LOGO</a:t>
            </a: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468313" y="333375"/>
            <a:ext cx="82073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endParaRPr lang="zh-CN" altLang="en-US" sz="2600" i="0">
              <a:solidFill>
                <a:schemeClr val="bg1"/>
              </a:solidFill>
              <a:ea typeface="黑体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648"/>
            <a:ext cx="8229600" cy="1143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hf sldNum="0" hdr="0" ft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n"/>
        <a:defRPr sz="16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 descr="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3030538"/>
            <a:ext cx="9144000" cy="3827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0"/>
            </a:lvl1pPr>
          </a:lstStyle>
          <a:p>
            <a:pPr>
              <a:defRPr/>
            </a:pPr>
            <a:fld id="{A288D613-F285-49C9-B913-B57B939A2DCD}" type="datetime10">
              <a:rPr lang="zh-CN" altLang="en-US" smtClean="0"/>
              <a:t>15:09</a:t>
            </a:fld>
            <a:endParaRPr lang="zh-CN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/>
            </a:lvl1pPr>
          </a:lstStyle>
          <a:p>
            <a:pPr>
              <a:defRPr/>
            </a:pPr>
            <a:fld id="{1837E92B-A29E-444E-B5B0-AD743079917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/>
            </a:lvl1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6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 b="1">
          <a:solidFill>
            <a:schemeClr val="bg1"/>
          </a:solidFill>
          <a:latin typeface="Arial" pitchFamily="34" charset="0"/>
          <a:ea typeface="黑体" pitchFamily="2" charset="-122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n"/>
        <a:defRPr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16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n"/>
        <a:defRPr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oleObject" Target="../embeddings/oleObject5.bin"/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45.png"/><Relationship Id="rId11" Type="http://schemas.openxmlformats.org/officeDocument/2006/relationships/oleObject" Target="../embeddings/oleObject4.bin"/><Relationship Id="rId5" Type="http://schemas.openxmlformats.org/officeDocument/2006/relationships/image" Target="../media/image40.wmf"/><Relationship Id="rId15" Type="http://schemas.openxmlformats.org/officeDocument/2006/relationships/oleObject" Target="../embeddings/oleObject6.bin"/><Relationship Id="rId10" Type="http://schemas.openxmlformats.org/officeDocument/2006/relationships/image" Target="../media/image41.w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4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44.wmf"/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45.png"/><Relationship Id="rId11" Type="http://schemas.openxmlformats.org/officeDocument/2006/relationships/oleObject" Target="../embeddings/oleObject9.bin"/><Relationship Id="rId5" Type="http://schemas.openxmlformats.org/officeDocument/2006/relationships/image" Target="../media/image40.wmf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48.wmf"/><Relationship Id="rId4" Type="http://schemas.openxmlformats.org/officeDocument/2006/relationships/oleObject" Target="../embeddings/oleObject7.bin"/><Relationship Id="rId9" Type="http://schemas.openxmlformats.org/officeDocument/2006/relationships/oleObject" Target="../embeddings/oleObject8.bin"/><Relationship Id="rId14" Type="http://schemas.openxmlformats.org/officeDocument/2006/relationships/image" Target="../media/image42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44.wmf"/><Relationship Id="rId3" Type="http://schemas.openxmlformats.org/officeDocument/2006/relationships/image" Target="../media/image39.png"/><Relationship Id="rId7" Type="http://schemas.openxmlformats.org/officeDocument/2006/relationships/image" Target="../media/image46.png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45.png"/><Relationship Id="rId11" Type="http://schemas.openxmlformats.org/officeDocument/2006/relationships/oleObject" Target="../embeddings/oleObject15.bin"/><Relationship Id="rId5" Type="http://schemas.openxmlformats.org/officeDocument/2006/relationships/image" Target="../media/image40.wmf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48.w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42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44.wmf"/><Relationship Id="rId18" Type="http://schemas.openxmlformats.org/officeDocument/2006/relationships/image" Target="../media/image52.png"/><Relationship Id="rId3" Type="http://schemas.openxmlformats.org/officeDocument/2006/relationships/image" Target="../media/image45.png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22.bin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4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43.wmf"/><Relationship Id="rId5" Type="http://schemas.openxmlformats.org/officeDocument/2006/relationships/image" Target="../media/image47.png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21.bin"/><Relationship Id="rId4" Type="http://schemas.openxmlformats.org/officeDocument/2006/relationships/image" Target="../media/image46.png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44.w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45.png"/><Relationship Id="rId21" Type="http://schemas.openxmlformats.org/officeDocument/2006/relationships/image" Target="../media/image54.wmf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43.wmf"/><Relationship Id="rId5" Type="http://schemas.openxmlformats.org/officeDocument/2006/relationships/image" Target="../media/image47.png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53.wmf"/><Relationship Id="rId4" Type="http://schemas.openxmlformats.org/officeDocument/2006/relationships/image" Target="../media/image46.png"/><Relationship Id="rId9" Type="http://schemas.openxmlformats.org/officeDocument/2006/relationships/image" Target="../media/image42.wmf"/><Relationship Id="rId14" Type="http://schemas.openxmlformats.org/officeDocument/2006/relationships/oleObject" Target="../embeddings/oleObject29.bin"/><Relationship Id="rId22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58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36.bin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9.png"/><Relationship Id="rId5" Type="http://schemas.openxmlformats.org/officeDocument/2006/relationships/image" Target="../media/image61.wmf"/><Relationship Id="rId4" Type="http://schemas.openxmlformats.org/officeDocument/2006/relationships/oleObject" Target="../embeddings/oleObject37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60.png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3.png"/><Relationship Id="rId11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40.bin"/><Relationship Id="rId4" Type="http://schemas.openxmlformats.org/officeDocument/2006/relationships/oleObject" Target="../embeddings/oleObject38.bin"/><Relationship Id="rId9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66.wmf"/><Relationship Id="rId3" Type="http://schemas.openxmlformats.org/officeDocument/2006/relationships/image" Target="../media/image60.png"/><Relationship Id="rId7" Type="http://schemas.openxmlformats.org/officeDocument/2006/relationships/oleObject" Target="../embeddings/oleObject42.bin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3.png"/><Relationship Id="rId11" Type="http://schemas.openxmlformats.org/officeDocument/2006/relationships/image" Target="../media/image65.wmf"/><Relationship Id="rId5" Type="http://schemas.openxmlformats.org/officeDocument/2006/relationships/image" Target="../media/image61.wmf"/><Relationship Id="rId15" Type="http://schemas.openxmlformats.org/officeDocument/2006/relationships/image" Target="../media/image67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64.png"/><Relationship Id="rId14" Type="http://schemas.openxmlformats.org/officeDocument/2006/relationships/oleObject" Target="../embeddings/oleObject4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68.wmf"/><Relationship Id="rId18" Type="http://schemas.openxmlformats.org/officeDocument/2006/relationships/image" Target="../media/image59.png"/><Relationship Id="rId3" Type="http://schemas.openxmlformats.org/officeDocument/2006/relationships/image" Target="../media/image60.png"/><Relationship Id="rId7" Type="http://schemas.openxmlformats.org/officeDocument/2006/relationships/oleObject" Target="../embeddings/oleObject47.bin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7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1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3.png"/><Relationship Id="rId11" Type="http://schemas.openxmlformats.org/officeDocument/2006/relationships/image" Target="../media/image65.wmf"/><Relationship Id="rId5" Type="http://schemas.openxmlformats.org/officeDocument/2006/relationships/image" Target="../media/image61.wmf"/><Relationship Id="rId15" Type="http://schemas.openxmlformats.org/officeDocument/2006/relationships/image" Target="../media/image69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64.png"/><Relationship Id="rId14" Type="http://schemas.openxmlformats.org/officeDocument/2006/relationships/oleObject" Target="../embeddings/oleObject50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72.png"/><Relationship Id="rId3" Type="http://schemas.openxmlformats.org/officeDocument/2006/relationships/oleObject" Target="../embeddings/oleObject52.bin"/><Relationship Id="rId7" Type="http://schemas.openxmlformats.org/officeDocument/2006/relationships/image" Target="../media/image42.wmf"/><Relationship Id="rId12" Type="http://schemas.openxmlformats.org/officeDocument/2006/relationships/image" Target="../media/image68.wmf"/><Relationship Id="rId17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0.wmf"/><Relationship Id="rId20" Type="http://schemas.openxmlformats.org/officeDocument/2006/relationships/image" Target="../media/image71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53.bin"/><Relationship Id="rId11" Type="http://schemas.openxmlformats.org/officeDocument/2006/relationships/oleObject" Target="../embeddings/oleObject55.bin"/><Relationship Id="rId5" Type="http://schemas.openxmlformats.org/officeDocument/2006/relationships/image" Target="../media/image63.png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58.bin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69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9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0.png"/><Relationship Id="rId5" Type="http://schemas.openxmlformats.org/officeDocument/2006/relationships/image" Target="../media/image78.png"/><Relationship Id="rId4" Type="http://schemas.openxmlformats.org/officeDocument/2006/relationships/image" Target="../media/image79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0" Type="http://schemas.openxmlformats.org/officeDocument/2006/relationships/oleObject" Target="../embeddings/oleObject64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8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0" Type="http://schemas.openxmlformats.org/officeDocument/2006/relationships/oleObject" Target="../embeddings/oleObject67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Relationship Id="rId14" Type="http://schemas.openxmlformats.org/officeDocument/2006/relationships/image" Target="../media/image83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72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0.bin"/><Relationship Id="rId12" Type="http://schemas.openxmlformats.org/officeDocument/2006/relationships/image" Target="../media/image8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5" Type="http://schemas.openxmlformats.org/officeDocument/2006/relationships/oleObject" Target="../embeddings/oleObject73.bin"/><Relationship Id="rId10" Type="http://schemas.openxmlformats.org/officeDocument/2006/relationships/oleObject" Target="../embeddings/oleObject71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Relationship Id="rId14" Type="http://schemas.openxmlformats.org/officeDocument/2006/relationships/image" Target="../media/image83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77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5.bin"/><Relationship Id="rId12" Type="http://schemas.openxmlformats.org/officeDocument/2006/relationships/image" Target="../media/image8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6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5" Type="http://schemas.openxmlformats.org/officeDocument/2006/relationships/oleObject" Target="../embeddings/oleObject78.bin"/><Relationship Id="rId10" Type="http://schemas.openxmlformats.org/officeDocument/2006/relationships/oleObject" Target="../embeddings/oleObject76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Relationship Id="rId14" Type="http://schemas.openxmlformats.org/officeDocument/2006/relationships/image" Target="../media/image83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82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7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5" Type="http://schemas.openxmlformats.org/officeDocument/2006/relationships/oleObject" Target="../embeddings/oleObject83.bin"/><Relationship Id="rId10" Type="http://schemas.openxmlformats.org/officeDocument/2006/relationships/oleObject" Target="../embeddings/oleObject81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Relationship Id="rId14" Type="http://schemas.openxmlformats.org/officeDocument/2006/relationships/image" Target="../media/image83.w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8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8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5" Type="http://schemas.openxmlformats.org/officeDocument/2006/relationships/oleObject" Target="../embeddings/oleObject88.bin"/><Relationship Id="rId10" Type="http://schemas.openxmlformats.org/officeDocument/2006/relationships/oleObject" Target="../embeddings/oleObject86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Relationship Id="rId14" Type="http://schemas.openxmlformats.org/officeDocument/2006/relationships/image" Target="../media/image83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92.bin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5" Type="http://schemas.openxmlformats.org/officeDocument/2006/relationships/oleObject" Target="../embeddings/oleObject93.bin"/><Relationship Id="rId10" Type="http://schemas.openxmlformats.org/officeDocument/2006/relationships/oleObject" Target="../embeddings/oleObject91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Relationship Id="rId14" Type="http://schemas.openxmlformats.org/officeDocument/2006/relationships/image" Target="../media/image8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91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5.bin"/><Relationship Id="rId12" Type="http://schemas.openxmlformats.org/officeDocument/2006/relationships/image" Target="../media/image84.png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0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0.png"/><Relationship Id="rId11" Type="http://schemas.openxmlformats.org/officeDocument/2006/relationships/image" Target="../media/image81.wmf"/><Relationship Id="rId5" Type="http://schemas.openxmlformats.org/officeDocument/2006/relationships/image" Target="../media/image78.png"/><Relationship Id="rId15" Type="http://schemas.openxmlformats.org/officeDocument/2006/relationships/oleObject" Target="../embeddings/oleObject98.bin"/><Relationship Id="rId10" Type="http://schemas.openxmlformats.org/officeDocument/2006/relationships/oleObject" Target="../embeddings/oleObject96.bin"/><Relationship Id="rId4" Type="http://schemas.openxmlformats.org/officeDocument/2006/relationships/image" Target="../media/image79.wmf"/><Relationship Id="rId9" Type="http://schemas.openxmlformats.org/officeDocument/2006/relationships/image" Target="../media/image82.png"/><Relationship Id="rId14" Type="http://schemas.openxmlformats.org/officeDocument/2006/relationships/image" Target="../media/image83.w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3.wmf"/><Relationship Id="rId18" Type="http://schemas.openxmlformats.org/officeDocument/2006/relationships/image" Target="../media/image94.png"/><Relationship Id="rId3" Type="http://schemas.openxmlformats.org/officeDocument/2006/relationships/oleObject" Target="../embeddings/oleObject100.bin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9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5.bin"/><Relationship Id="rId20" Type="http://schemas.openxmlformats.org/officeDocument/2006/relationships/image" Target="../media/image93.wmf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01.bin"/><Relationship Id="rId11" Type="http://schemas.openxmlformats.org/officeDocument/2006/relationships/image" Target="../media/image84.png"/><Relationship Id="rId5" Type="http://schemas.openxmlformats.org/officeDocument/2006/relationships/image" Target="../media/image80.png"/><Relationship Id="rId15" Type="http://schemas.openxmlformats.org/officeDocument/2006/relationships/image" Target="../media/image91.wmf"/><Relationship Id="rId10" Type="http://schemas.openxmlformats.org/officeDocument/2006/relationships/image" Target="../media/image81.wmf"/><Relationship Id="rId19" Type="http://schemas.openxmlformats.org/officeDocument/2006/relationships/oleObject" Target="../embeddings/oleObject106.bin"/><Relationship Id="rId4" Type="http://schemas.openxmlformats.org/officeDocument/2006/relationships/image" Target="../media/image79.wmf"/><Relationship Id="rId9" Type="http://schemas.openxmlformats.org/officeDocument/2006/relationships/oleObject" Target="../embeddings/oleObject102.bin"/><Relationship Id="rId14" Type="http://schemas.openxmlformats.org/officeDocument/2006/relationships/oleObject" Target="../embeddings/oleObject104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oleObject" Target="../embeddings/oleObject107.bin"/><Relationship Id="rId7" Type="http://schemas.openxmlformats.org/officeDocument/2006/relationships/image" Target="../media/image9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108.bin"/><Relationship Id="rId4" Type="http://schemas.openxmlformats.org/officeDocument/2006/relationships/image" Target="../media/image79.wmf"/><Relationship Id="rId9" Type="http://schemas.openxmlformats.org/officeDocument/2006/relationships/image" Target="../media/image73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oleObject" Target="../embeddings/oleObject109.bin"/><Relationship Id="rId7" Type="http://schemas.openxmlformats.org/officeDocument/2006/relationships/image" Target="../media/image94.png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1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10.bin"/><Relationship Id="rId10" Type="http://schemas.openxmlformats.org/officeDocument/2006/relationships/image" Target="../media/image95.png"/><Relationship Id="rId4" Type="http://schemas.openxmlformats.org/officeDocument/2006/relationships/image" Target="../media/image79.wmf"/><Relationship Id="rId9" Type="http://schemas.openxmlformats.org/officeDocument/2006/relationships/image" Target="../media/image73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07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09.wmf"/><Relationship Id="rId5" Type="http://schemas.openxmlformats.org/officeDocument/2006/relationships/oleObject" Target="../embeddings/oleObject114.bin"/><Relationship Id="rId4" Type="http://schemas.openxmlformats.org/officeDocument/2006/relationships/image" Target="../media/image108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7" Type="http://schemas.openxmlformats.org/officeDocument/2006/relationships/image" Target="../media/image1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12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11.png"/><Relationship Id="rId7" Type="http://schemas.openxmlformats.org/officeDocument/2006/relationships/image" Target="../media/image11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12.png"/><Relationship Id="rId9" Type="http://schemas.openxmlformats.org/officeDocument/2006/relationships/image" Target="../media/image11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7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18.bin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image" Target="../media/image112.png"/><Relationship Id="rId7" Type="http://schemas.openxmlformats.org/officeDocument/2006/relationships/image" Target="../media/image1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19.bin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9" Type="http://schemas.openxmlformats.org/officeDocument/2006/relationships/image" Target="../media/image120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oleObject" Target="../embeddings/oleObject124.bin"/><Relationship Id="rId3" Type="http://schemas.openxmlformats.org/officeDocument/2006/relationships/image" Target="../media/image112.png"/><Relationship Id="rId7" Type="http://schemas.openxmlformats.org/officeDocument/2006/relationships/image" Target="../media/image117.wmf"/><Relationship Id="rId12" Type="http://schemas.openxmlformats.org/officeDocument/2006/relationships/image" Target="../media/image81.wmf"/><Relationship Id="rId17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5.bin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21.bin"/><Relationship Id="rId11" Type="http://schemas.openxmlformats.org/officeDocument/2006/relationships/oleObject" Target="../embeddings/oleObject123.bin"/><Relationship Id="rId5" Type="http://schemas.openxmlformats.org/officeDocument/2006/relationships/image" Target="../media/image123.png"/><Relationship Id="rId15" Type="http://schemas.openxmlformats.org/officeDocument/2006/relationships/image" Target="../media/image125.pn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0.wmf"/><Relationship Id="rId14" Type="http://schemas.openxmlformats.org/officeDocument/2006/relationships/image" Target="../media/image121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oleObject" Target="../embeddings/oleObject129.bin"/><Relationship Id="rId18" Type="http://schemas.openxmlformats.org/officeDocument/2006/relationships/oleObject" Target="../embeddings/oleObject131.bin"/><Relationship Id="rId3" Type="http://schemas.openxmlformats.org/officeDocument/2006/relationships/image" Target="../media/image112.png"/><Relationship Id="rId7" Type="http://schemas.openxmlformats.org/officeDocument/2006/relationships/image" Target="../media/image117.wmf"/><Relationship Id="rId12" Type="http://schemas.openxmlformats.org/officeDocument/2006/relationships/image" Target="../media/image81.wmf"/><Relationship Id="rId17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0.bin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26.bin"/><Relationship Id="rId11" Type="http://schemas.openxmlformats.org/officeDocument/2006/relationships/oleObject" Target="../embeddings/oleObject128.bin"/><Relationship Id="rId5" Type="http://schemas.openxmlformats.org/officeDocument/2006/relationships/image" Target="../media/image123.png"/><Relationship Id="rId15" Type="http://schemas.openxmlformats.org/officeDocument/2006/relationships/image" Target="../media/image125.png"/><Relationship Id="rId10" Type="http://schemas.openxmlformats.org/officeDocument/2006/relationships/image" Target="../media/image124.png"/><Relationship Id="rId19" Type="http://schemas.openxmlformats.org/officeDocument/2006/relationships/image" Target="../media/image126.wmf"/><Relationship Id="rId4" Type="http://schemas.openxmlformats.org/officeDocument/2006/relationships/image" Target="../media/image118.png"/><Relationship Id="rId9" Type="http://schemas.openxmlformats.org/officeDocument/2006/relationships/image" Target="../media/image120.wmf"/><Relationship Id="rId14" Type="http://schemas.openxmlformats.org/officeDocument/2006/relationships/image" Target="../media/image121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13" Type="http://schemas.openxmlformats.org/officeDocument/2006/relationships/oleObject" Target="../embeddings/oleObject135.bin"/><Relationship Id="rId18" Type="http://schemas.openxmlformats.org/officeDocument/2006/relationships/oleObject" Target="../embeddings/oleObject137.bin"/><Relationship Id="rId3" Type="http://schemas.openxmlformats.org/officeDocument/2006/relationships/image" Target="../media/image112.png"/><Relationship Id="rId7" Type="http://schemas.openxmlformats.org/officeDocument/2006/relationships/image" Target="../media/image117.wmf"/><Relationship Id="rId12" Type="http://schemas.openxmlformats.org/officeDocument/2006/relationships/image" Target="../media/image81.wmf"/><Relationship Id="rId17" Type="http://schemas.openxmlformats.org/officeDocument/2006/relationships/image" Target="../media/image12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36.bin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132.bin"/><Relationship Id="rId11" Type="http://schemas.openxmlformats.org/officeDocument/2006/relationships/oleObject" Target="../embeddings/oleObject134.bin"/><Relationship Id="rId5" Type="http://schemas.openxmlformats.org/officeDocument/2006/relationships/image" Target="../media/image123.png"/><Relationship Id="rId15" Type="http://schemas.openxmlformats.org/officeDocument/2006/relationships/image" Target="../media/image125.png"/><Relationship Id="rId10" Type="http://schemas.openxmlformats.org/officeDocument/2006/relationships/image" Target="../media/image124.png"/><Relationship Id="rId19" Type="http://schemas.openxmlformats.org/officeDocument/2006/relationships/image" Target="../media/image127.wmf"/><Relationship Id="rId4" Type="http://schemas.openxmlformats.org/officeDocument/2006/relationships/image" Target="../media/image118.png"/><Relationship Id="rId9" Type="http://schemas.openxmlformats.org/officeDocument/2006/relationships/image" Target="../media/image120.wmf"/><Relationship Id="rId14" Type="http://schemas.openxmlformats.org/officeDocument/2006/relationships/image" Target="../media/image121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oleObject" Target="../embeddings/oleObject141.bin"/><Relationship Id="rId18" Type="http://schemas.openxmlformats.org/officeDocument/2006/relationships/oleObject" Target="../embeddings/oleObject143.bin"/><Relationship Id="rId3" Type="http://schemas.openxmlformats.org/officeDocument/2006/relationships/image" Target="../media/image112.png"/><Relationship Id="rId7" Type="http://schemas.openxmlformats.org/officeDocument/2006/relationships/image" Target="../media/image117.wmf"/><Relationship Id="rId12" Type="http://schemas.openxmlformats.org/officeDocument/2006/relationships/image" Target="../media/image81.wmf"/><Relationship Id="rId17" Type="http://schemas.openxmlformats.org/officeDocument/2006/relationships/image" Target="../media/image128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2.bin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138.bin"/><Relationship Id="rId11" Type="http://schemas.openxmlformats.org/officeDocument/2006/relationships/oleObject" Target="../embeddings/oleObject140.bin"/><Relationship Id="rId5" Type="http://schemas.openxmlformats.org/officeDocument/2006/relationships/image" Target="../media/image123.png"/><Relationship Id="rId15" Type="http://schemas.openxmlformats.org/officeDocument/2006/relationships/image" Target="../media/image129.png"/><Relationship Id="rId10" Type="http://schemas.openxmlformats.org/officeDocument/2006/relationships/image" Target="../media/image124.png"/><Relationship Id="rId19" Type="http://schemas.openxmlformats.org/officeDocument/2006/relationships/image" Target="../media/image121.wmf"/><Relationship Id="rId4" Type="http://schemas.openxmlformats.org/officeDocument/2006/relationships/image" Target="../media/image118.png"/><Relationship Id="rId9" Type="http://schemas.openxmlformats.org/officeDocument/2006/relationships/image" Target="../media/image120.wmf"/><Relationship Id="rId14" Type="http://schemas.openxmlformats.org/officeDocument/2006/relationships/image" Target="../media/image127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5.bin"/><Relationship Id="rId13" Type="http://schemas.openxmlformats.org/officeDocument/2006/relationships/image" Target="../media/image129.png"/><Relationship Id="rId3" Type="http://schemas.openxmlformats.org/officeDocument/2006/relationships/image" Target="../media/image112.png"/><Relationship Id="rId7" Type="http://schemas.openxmlformats.org/officeDocument/2006/relationships/image" Target="../media/image117.wmf"/><Relationship Id="rId12" Type="http://schemas.openxmlformats.org/officeDocument/2006/relationships/image" Target="../media/image81.wmf"/><Relationship Id="rId17" Type="http://schemas.openxmlformats.org/officeDocument/2006/relationships/image" Target="../media/image12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48.bin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144.bin"/><Relationship Id="rId11" Type="http://schemas.openxmlformats.org/officeDocument/2006/relationships/oleObject" Target="../embeddings/oleObject146.bin"/><Relationship Id="rId5" Type="http://schemas.openxmlformats.org/officeDocument/2006/relationships/image" Target="../media/image123.png"/><Relationship Id="rId15" Type="http://schemas.openxmlformats.org/officeDocument/2006/relationships/image" Target="../media/image130.wmf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0.wmf"/><Relationship Id="rId14" Type="http://schemas.openxmlformats.org/officeDocument/2006/relationships/oleObject" Target="../embeddings/oleObject147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81.wmf"/><Relationship Id="rId18" Type="http://schemas.openxmlformats.org/officeDocument/2006/relationships/image" Target="../media/image121.wmf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149.bin"/><Relationship Id="rId12" Type="http://schemas.openxmlformats.org/officeDocument/2006/relationships/oleObject" Target="../embeddings/oleObject151.bin"/><Relationship Id="rId17" Type="http://schemas.openxmlformats.org/officeDocument/2006/relationships/oleObject" Target="../embeddings/oleObject15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0.wmf"/><Relationship Id="rId20" Type="http://schemas.openxmlformats.org/officeDocument/2006/relationships/image" Target="../media/image131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23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oleObject" Target="../embeddings/oleObject152.bin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54.bin"/><Relationship Id="rId4" Type="http://schemas.openxmlformats.org/officeDocument/2006/relationships/image" Target="../media/image112.png"/><Relationship Id="rId9" Type="http://schemas.openxmlformats.org/officeDocument/2006/relationships/oleObject" Target="../embeddings/oleObject150.bin"/><Relationship Id="rId14" Type="http://schemas.openxmlformats.org/officeDocument/2006/relationships/image" Target="../media/image129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60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55.bin"/><Relationship Id="rId12" Type="http://schemas.openxmlformats.org/officeDocument/2006/relationships/oleObject" Target="../embeddings/oleObject157.bin"/><Relationship Id="rId17" Type="http://schemas.openxmlformats.org/officeDocument/2006/relationships/image" Target="../media/image13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9.bin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23.png"/><Relationship Id="rId11" Type="http://schemas.openxmlformats.org/officeDocument/2006/relationships/image" Target="../media/image129.png"/><Relationship Id="rId5" Type="http://schemas.openxmlformats.org/officeDocument/2006/relationships/image" Target="../media/image118.png"/><Relationship Id="rId15" Type="http://schemas.openxmlformats.org/officeDocument/2006/relationships/image" Target="../media/image131.wmf"/><Relationship Id="rId10" Type="http://schemas.openxmlformats.org/officeDocument/2006/relationships/image" Target="../media/image120.wmf"/><Relationship Id="rId19" Type="http://schemas.openxmlformats.org/officeDocument/2006/relationships/image" Target="../media/image134.wmf"/><Relationship Id="rId4" Type="http://schemas.openxmlformats.org/officeDocument/2006/relationships/image" Target="../media/image112.png"/><Relationship Id="rId9" Type="http://schemas.openxmlformats.org/officeDocument/2006/relationships/oleObject" Target="../embeddings/oleObject156.bin"/><Relationship Id="rId14" Type="http://schemas.openxmlformats.org/officeDocument/2006/relationships/oleObject" Target="../embeddings/oleObject158.bin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23.png"/><Relationship Id="rId5" Type="http://schemas.openxmlformats.org/officeDocument/2006/relationships/image" Target="../media/image118.png"/><Relationship Id="rId10" Type="http://schemas.openxmlformats.org/officeDocument/2006/relationships/image" Target="../media/image135.wmf"/><Relationship Id="rId4" Type="http://schemas.openxmlformats.org/officeDocument/2006/relationships/image" Target="../media/image112.png"/><Relationship Id="rId9" Type="http://schemas.openxmlformats.org/officeDocument/2006/relationships/oleObject" Target="../embeddings/oleObject162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5.bin"/><Relationship Id="rId13" Type="http://schemas.openxmlformats.org/officeDocument/2006/relationships/image" Target="../media/image139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6.wmf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164.bin"/><Relationship Id="rId11" Type="http://schemas.openxmlformats.org/officeDocument/2006/relationships/oleObject" Target="../embeddings/oleObject166.bin"/><Relationship Id="rId5" Type="http://schemas.openxmlformats.org/officeDocument/2006/relationships/image" Target="../media/image117.wmf"/><Relationship Id="rId10" Type="http://schemas.openxmlformats.org/officeDocument/2006/relationships/image" Target="../media/image138.png"/><Relationship Id="rId4" Type="http://schemas.openxmlformats.org/officeDocument/2006/relationships/oleObject" Target="../embeddings/oleObject163.bin"/><Relationship Id="rId9" Type="http://schemas.openxmlformats.org/officeDocument/2006/relationships/image" Target="../media/image137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13" Type="http://schemas.openxmlformats.org/officeDocument/2006/relationships/image" Target="../media/image13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40.wmf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168.bin"/><Relationship Id="rId11" Type="http://schemas.openxmlformats.org/officeDocument/2006/relationships/oleObject" Target="../embeddings/oleObject170.bin"/><Relationship Id="rId5" Type="http://schemas.openxmlformats.org/officeDocument/2006/relationships/image" Target="../media/image117.wmf"/><Relationship Id="rId15" Type="http://schemas.openxmlformats.org/officeDocument/2006/relationships/image" Target="../media/image141.wmf"/><Relationship Id="rId10" Type="http://schemas.openxmlformats.org/officeDocument/2006/relationships/image" Target="../media/image138.png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37.wmf"/><Relationship Id="rId14" Type="http://schemas.openxmlformats.org/officeDocument/2006/relationships/oleObject" Target="../embeddings/oleObject171.bin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39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37.wmf"/><Relationship Id="rId12" Type="http://schemas.openxmlformats.org/officeDocument/2006/relationships/image" Target="../media/image141.wmf"/><Relationship Id="rId17" Type="http://schemas.openxmlformats.org/officeDocument/2006/relationships/image" Target="../media/image14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77.bin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173.bin"/><Relationship Id="rId11" Type="http://schemas.openxmlformats.org/officeDocument/2006/relationships/oleObject" Target="../embeddings/oleObject175.bin"/><Relationship Id="rId5" Type="http://schemas.openxmlformats.org/officeDocument/2006/relationships/image" Target="../media/image117.wmf"/><Relationship Id="rId15" Type="http://schemas.openxmlformats.org/officeDocument/2006/relationships/image" Target="../media/image142.wmf"/><Relationship Id="rId10" Type="http://schemas.openxmlformats.org/officeDocument/2006/relationships/image" Target="../media/image135.wmf"/><Relationship Id="rId4" Type="http://schemas.openxmlformats.org/officeDocument/2006/relationships/oleObject" Target="../embeddings/oleObject172.bin"/><Relationship Id="rId9" Type="http://schemas.openxmlformats.org/officeDocument/2006/relationships/oleObject" Target="../embeddings/oleObject174.bin"/><Relationship Id="rId14" Type="http://schemas.openxmlformats.org/officeDocument/2006/relationships/oleObject" Target="../embeddings/oleObject176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39.png"/><Relationship Id="rId18" Type="http://schemas.openxmlformats.org/officeDocument/2006/relationships/oleObject" Target="../embeddings/oleObject184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37.wmf"/><Relationship Id="rId12" Type="http://schemas.openxmlformats.org/officeDocument/2006/relationships/image" Target="../media/image141.wmf"/><Relationship Id="rId17" Type="http://schemas.openxmlformats.org/officeDocument/2006/relationships/image" Target="../media/image14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3.bin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179.bin"/><Relationship Id="rId11" Type="http://schemas.openxmlformats.org/officeDocument/2006/relationships/oleObject" Target="../embeddings/oleObject181.bin"/><Relationship Id="rId5" Type="http://schemas.openxmlformats.org/officeDocument/2006/relationships/image" Target="../media/image117.wmf"/><Relationship Id="rId15" Type="http://schemas.openxmlformats.org/officeDocument/2006/relationships/image" Target="../media/image142.wmf"/><Relationship Id="rId10" Type="http://schemas.openxmlformats.org/officeDocument/2006/relationships/image" Target="../media/image135.wmf"/><Relationship Id="rId19" Type="http://schemas.openxmlformats.org/officeDocument/2006/relationships/image" Target="../media/image144.wmf"/><Relationship Id="rId4" Type="http://schemas.openxmlformats.org/officeDocument/2006/relationships/oleObject" Target="../embeddings/oleObject178.bin"/><Relationship Id="rId9" Type="http://schemas.openxmlformats.org/officeDocument/2006/relationships/oleObject" Target="../embeddings/oleObject180.bin"/><Relationship Id="rId14" Type="http://schemas.openxmlformats.org/officeDocument/2006/relationships/oleObject" Target="../embeddings/oleObject182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1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45.wmf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47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9.wmf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188.bin"/><Relationship Id="rId12" Type="http://schemas.openxmlformats.org/officeDocument/2006/relationships/oleObject" Target="../embeddings/oleObject1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45.wmf"/><Relationship Id="rId11" Type="http://schemas.openxmlformats.org/officeDocument/2006/relationships/image" Target="../media/image151.png"/><Relationship Id="rId5" Type="http://schemas.openxmlformats.org/officeDocument/2006/relationships/oleObject" Target="../embeddings/oleObject187.bin"/><Relationship Id="rId15" Type="http://schemas.openxmlformats.org/officeDocument/2006/relationships/image" Target="../media/image150.wmf"/><Relationship Id="rId10" Type="http://schemas.openxmlformats.org/officeDocument/2006/relationships/image" Target="../media/image148.wmf"/><Relationship Id="rId4" Type="http://schemas.openxmlformats.org/officeDocument/2006/relationships/image" Target="../media/image147.png"/><Relationship Id="rId9" Type="http://schemas.openxmlformats.org/officeDocument/2006/relationships/oleObject" Target="../embeddings/oleObject189.bin"/><Relationship Id="rId14" Type="http://schemas.openxmlformats.org/officeDocument/2006/relationships/oleObject" Target="../embeddings/oleObject191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9.w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193.bin"/><Relationship Id="rId12" Type="http://schemas.openxmlformats.org/officeDocument/2006/relationships/oleObject" Target="../embeddings/oleObject1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45.wmf"/><Relationship Id="rId11" Type="http://schemas.openxmlformats.org/officeDocument/2006/relationships/image" Target="../media/image151.png"/><Relationship Id="rId5" Type="http://schemas.openxmlformats.org/officeDocument/2006/relationships/oleObject" Target="../embeddings/oleObject192.bin"/><Relationship Id="rId15" Type="http://schemas.openxmlformats.org/officeDocument/2006/relationships/image" Target="../media/image152.wmf"/><Relationship Id="rId10" Type="http://schemas.openxmlformats.org/officeDocument/2006/relationships/image" Target="../media/image148.wmf"/><Relationship Id="rId4" Type="http://schemas.openxmlformats.org/officeDocument/2006/relationships/image" Target="../media/image147.png"/><Relationship Id="rId9" Type="http://schemas.openxmlformats.org/officeDocument/2006/relationships/oleObject" Target="../embeddings/oleObject194.bin"/><Relationship Id="rId14" Type="http://schemas.openxmlformats.org/officeDocument/2006/relationships/oleObject" Target="../embeddings/oleObject196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9.wmf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198.bin"/><Relationship Id="rId12" Type="http://schemas.openxmlformats.org/officeDocument/2006/relationships/oleObject" Target="../embeddings/oleObject20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45.wmf"/><Relationship Id="rId11" Type="http://schemas.openxmlformats.org/officeDocument/2006/relationships/image" Target="../media/image151.png"/><Relationship Id="rId5" Type="http://schemas.openxmlformats.org/officeDocument/2006/relationships/oleObject" Target="../embeddings/oleObject197.bin"/><Relationship Id="rId15" Type="http://schemas.openxmlformats.org/officeDocument/2006/relationships/image" Target="../media/image153.wmf"/><Relationship Id="rId10" Type="http://schemas.openxmlformats.org/officeDocument/2006/relationships/image" Target="../media/image148.wmf"/><Relationship Id="rId4" Type="http://schemas.openxmlformats.org/officeDocument/2006/relationships/image" Target="../media/image147.png"/><Relationship Id="rId9" Type="http://schemas.openxmlformats.org/officeDocument/2006/relationships/oleObject" Target="../embeddings/oleObject199.bin"/><Relationship Id="rId14" Type="http://schemas.openxmlformats.org/officeDocument/2006/relationships/oleObject" Target="../embeddings/oleObject201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9.w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203.bin"/><Relationship Id="rId12" Type="http://schemas.openxmlformats.org/officeDocument/2006/relationships/oleObject" Target="../embeddings/oleObject205.bin"/><Relationship Id="rId17" Type="http://schemas.openxmlformats.org/officeDocument/2006/relationships/image" Target="../media/image15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07.bin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45.wmf"/><Relationship Id="rId11" Type="http://schemas.openxmlformats.org/officeDocument/2006/relationships/image" Target="../media/image151.png"/><Relationship Id="rId5" Type="http://schemas.openxmlformats.org/officeDocument/2006/relationships/oleObject" Target="../embeddings/oleObject202.bin"/><Relationship Id="rId15" Type="http://schemas.openxmlformats.org/officeDocument/2006/relationships/image" Target="../media/image154.wmf"/><Relationship Id="rId10" Type="http://schemas.openxmlformats.org/officeDocument/2006/relationships/image" Target="../media/image148.wmf"/><Relationship Id="rId4" Type="http://schemas.openxmlformats.org/officeDocument/2006/relationships/image" Target="../media/image147.png"/><Relationship Id="rId9" Type="http://schemas.openxmlformats.org/officeDocument/2006/relationships/oleObject" Target="../embeddings/oleObject204.bin"/><Relationship Id="rId14" Type="http://schemas.openxmlformats.org/officeDocument/2006/relationships/oleObject" Target="../embeddings/oleObject206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9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09.bin"/><Relationship Id="rId12" Type="http://schemas.openxmlformats.org/officeDocument/2006/relationships/oleObject" Target="../embeddings/oleObject211.bin"/><Relationship Id="rId17" Type="http://schemas.openxmlformats.org/officeDocument/2006/relationships/image" Target="../media/image15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13.bin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45.wmf"/><Relationship Id="rId11" Type="http://schemas.openxmlformats.org/officeDocument/2006/relationships/image" Target="../media/image151.png"/><Relationship Id="rId5" Type="http://schemas.openxmlformats.org/officeDocument/2006/relationships/oleObject" Target="../embeddings/oleObject208.bin"/><Relationship Id="rId15" Type="http://schemas.openxmlformats.org/officeDocument/2006/relationships/image" Target="../media/image156.wmf"/><Relationship Id="rId10" Type="http://schemas.openxmlformats.org/officeDocument/2006/relationships/image" Target="../media/image148.wmf"/><Relationship Id="rId4" Type="http://schemas.openxmlformats.org/officeDocument/2006/relationships/image" Target="../media/image147.png"/><Relationship Id="rId9" Type="http://schemas.openxmlformats.org/officeDocument/2006/relationships/oleObject" Target="../embeddings/oleObject210.bin"/><Relationship Id="rId14" Type="http://schemas.openxmlformats.org/officeDocument/2006/relationships/oleObject" Target="../embeddings/oleObject212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9.wmf"/><Relationship Id="rId18" Type="http://schemas.openxmlformats.org/officeDocument/2006/relationships/oleObject" Target="../embeddings/oleObject220.bin"/><Relationship Id="rId3" Type="http://schemas.openxmlformats.org/officeDocument/2006/relationships/notesSlide" Target="../notesSlides/notesSlide15.xml"/><Relationship Id="rId21" Type="http://schemas.openxmlformats.org/officeDocument/2006/relationships/image" Target="../media/image160.wmf"/><Relationship Id="rId7" Type="http://schemas.openxmlformats.org/officeDocument/2006/relationships/oleObject" Target="../embeddings/oleObject215.bin"/><Relationship Id="rId12" Type="http://schemas.openxmlformats.org/officeDocument/2006/relationships/oleObject" Target="../embeddings/oleObject217.bin"/><Relationship Id="rId17" Type="http://schemas.openxmlformats.org/officeDocument/2006/relationships/image" Target="../media/image158.wmf"/><Relationship Id="rId25" Type="http://schemas.openxmlformats.org/officeDocument/2006/relationships/image" Target="../media/image16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19.bin"/><Relationship Id="rId20" Type="http://schemas.openxmlformats.org/officeDocument/2006/relationships/oleObject" Target="../embeddings/oleObject221.bin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45.wmf"/><Relationship Id="rId11" Type="http://schemas.openxmlformats.org/officeDocument/2006/relationships/image" Target="../media/image151.png"/><Relationship Id="rId24" Type="http://schemas.openxmlformats.org/officeDocument/2006/relationships/oleObject" Target="../embeddings/oleObject222.bin"/><Relationship Id="rId5" Type="http://schemas.openxmlformats.org/officeDocument/2006/relationships/oleObject" Target="../embeddings/oleObject214.bin"/><Relationship Id="rId15" Type="http://schemas.openxmlformats.org/officeDocument/2006/relationships/image" Target="../media/image156.wmf"/><Relationship Id="rId23" Type="http://schemas.openxmlformats.org/officeDocument/2006/relationships/image" Target="../media/image163.png"/><Relationship Id="rId10" Type="http://schemas.openxmlformats.org/officeDocument/2006/relationships/image" Target="../media/image148.wmf"/><Relationship Id="rId19" Type="http://schemas.openxmlformats.org/officeDocument/2006/relationships/image" Target="../media/image159.wmf"/><Relationship Id="rId4" Type="http://schemas.openxmlformats.org/officeDocument/2006/relationships/image" Target="../media/image147.png"/><Relationship Id="rId9" Type="http://schemas.openxmlformats.org/officeDocument/2006/relationships/oleObject" Target="../embeddings/oleObject216.bin"/><Relationship Id="rId14" Type="http://schemas.openxmlformats.org/officeDocument/2006/relationships/oleObject" Target="../embeddings/oleObject218.bin"/><Relationship Id="rId22" Type="http://schemas.openxmlformats.org/officeDocument/2006/relationships/image" Target="../media/image162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49.wmf"/><Relationship Id="rId18" Type="http://schemas.openxmlformats.org/officeDocument/2006/relationships/oleObject" Target="../embeddings/oleObject229.bin"/><Relationship Id="rId26" Type="http://schemas.openxmlformats.org/officeDocument/2006/relationships/image" Target="../media/image166.png"/><Relationship Id="rId3" Type="http://schemas.openxmlformats.org/officeDocument/2006/relationships/notesSlide" Target="../notesSlides/notesSlide16.xml"/><Relationship Id="rId21" Type="http://schemas.openxmlformats.org/officeDocument/2006/relationships/image" Target="../media/image160.wmf"/><Relationship Id="rId7" Type="http://schemas.openxmlformats.org/officeDocument/2006/relationships/oleObject" Target="../embeddings/oleObject224.bin"/><Relationship Id="rId12" Type="http://schemas.openxmlformats.org/officeDocument/2006/relationships/oleObject" Target="../embeddings/oleObject226.bin"/><Relationship Id="rId17" Type="http://schemas.openxmlformats.org/officeDocument/2006/relationships/image" Target="../media/image158.wmf"/><Relationship Id="rId25" Type="http://schemas.openxmlformats.org/officeDocument/2006/relationships/image" Target="../media/image165.png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8.bin"/><Relationship Id="rId20" Type="http://schemas.openxmlformats.org/officeDocument/2006/relationships/oleObject" Target="../embeddings/oleObject230.bin"/><Relationship Id="rId29" Type="http://schemas.openxmlformats.org/officeDocument/2006/relationships/image" Target="../media/image164.wmf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45.wmf"/><Relationship Id="rId11" Type="http://schemas.openxmlformats.org/officeDocument/2006/relationships/image" Target="../media/image151.png"/><Relationship Id="rId24" Type="http://schemas.openxmlformats.org/officeDocument/2006/relationships/image" Target="../media/image161.wmf"/><Relationship Id="rId5" Type="http://schemas.openxmlformats.org/officeDocument/2006/relationships/oleObject" Target="../embeddings/oleObject223.bin"/><Relationship Id="rId15" Type="http://schemas.openxmlformats.org/officeDocument/2006/relationships/image" Target="../media/image156.wmf"/><Relationship Id="rId23" Type="http://schemas.openxmlformats.org/officeDocument/2006/relationships/oleObject" Target="../embeddings/oleObject231.bin"/><Relationship Id="rId28" Type="http://schemas.openxmlformats.org/officeDocument/2006/relationships/oleObject" Target="../embeddings/oleObject232.bin"/><Relationship Id="rId10" Type="http://schemas.openxmlformats.org/officeDocument/2006/relationships/image" Target="../media/image148.wmf"/><Relationship Id="rId19" Type="http://schemas.openxmlformats.org/officeDocument/2006/relationships/image" Target="../media/image159.wmf"/><Relationship Id="rId4" Type="http://schemas.openxmlformats.org/officeDocument/2006/relationships/image" Target="../media/image147.png"/><Relationship Id="rId9" Type="http://schemas.openxmlformats.org/officeDocument/2006/relationships/oleObject" Target="../embeddings/oleObject225.bin"/><Relationship Id="rId14" Type="http://schemas.openxmlformats.org/officeDocument/2006/relationships/oleObject" Target="../embeddings/oleObject227.bin"/><Relationship Id="rId22" Type="http://schemas.openxmlformats.org/officeDocument/2006/relationships/image" Target="../media/image162.png"/><Relationship Id="rId27" Type="http://schemas.openxmlformats.org/officeDocument/2006/relationships/image" Target="../media/image167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wmf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5.bin"/><Relationship Id="rId3" Type="http://schemas.openxmlformats.org/officeDocument/2006/relationships/image" Target="../media/image169.png"/><Relationship Id="rId7" Type="http://schemas.openxmlformats.org/officeDocument/2006/relationships/image" Target="../media/image17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234.bin"/><Relationship Id="rId5" Type="http://schemas.openxmlformats.org/officeDocument/2006/relationships/image" Target="../media/image173.png"/><Relationship Id="rId4" Type="http://schemas.openxmlformats.org/officeDocument/2006/relationships/image" Target="../media/image170.png"/><Relationship Id="rId9" Type="http://schemas.openxmlformats.org/officeDocument/2006/relationships/image" Target="../media/image172.w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3" Type="http://schemas.openxmlformats.org/officeDocument/2006/relationships/image" Target="../media/image169.png"/><Relationship Id="rId7" Type="http://schemas.openxmlformats.org/officeDocument/2006/relationships/oleObject" Target="../embeddings/oleObject2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236.bin"/><Relationship Id="rId4" Type="http://schemas.openxmlformats.org/officeDocument/2006/relationships/image" Target="../media/image170.png"/><Relationship Id="rId9" Type="http://schemas.openxmlformats.org/officeDocument/2006/relationships/image" Target="../media/image176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3" Type="http://schemas.openxmlformats.org/officeDocument/2006/relationships/image" Target="../media/image169.png"/><Relationship Id="rId7" Type="http://schemas.openxmlformats.org/officeDocument/2006/relationships/oleObject" Target="../embeddings/oleObject2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78.png"/><Relationship Id="rId11" Type="http://schemas.openxmlformats.org/officeDocument/2006/relationships/image" Target="../media/image176.png"/><Relationship Id="rId5" Type="http://schemas.openxmlformats.org/officeDocument/2006/relationships/image" Target="../media/image174.wmf"/><Relationship Id="rId10" Type="http://schemas.openxmlformats.org/officeDocument/2006/relationships/image" Target="../media/image175.wmf"/><Relationship Id="rId4" Type="http://schemas.openxmlformats.org/officeDocument/2006/relationships/oleObject" Target="../embeddings/oleObject238.bin"/><Relationship Id="rId9" Type="http://schemas.openxmlformats.org/officeDocument/2006/relationships/oleObject" Target="../embeddings/oleObject240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76.png"/><Relationship Id="rId3" Type="http://schemas.openxmlformats.org/officeDocument/2006/relationships/image" Target="../media/image169.png"/><Relationship Id="rId7" Type="http://schemas.openxmlformats.org/officeDocument/2006/relationships/image" Target="../media/image177.wmf"/><Relationship Id="rId12" Type="http://schemas.openxmlformats.org/officeDocument/2006/relationships/image" Target="../media/image17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242.bin"/><Relationship Id="rId11" Type="http://schemas.openxmlformats.org/officeDocument/2006/relationships/oleObject" Target="../embeddings/oleObject244.bin"/><Relationship Id="rId5" Type="http://schemas.openxmlformats.org/officeDocument/2006/relationships/image" Target="../media/image174.wmf"/><Relationship Id="rId10" Type="http://schemas.openxmlformats.org/officeDocument/2006/relationships/image" Target="../media/image179.wmf"/><Relationship Id="rId4" Type="http://schemas.openxmlformats.org/officeDocument/2006/relationships/oleObject" Target="../embeddings/oleObject241.bin"/><Relationship Id="rId9" Type="http://schemas.openxmlformats.org/officeDocument/2006/relationships/oleObject" Target="../embeddings/oleObject243.bin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7.bin"/><Relationship Id="rId13" Type="http://schemas.openxmlformats.org/officeDocument/2006/relationships/oleObject" Target="../embeddings/oleObject249.bin"/><Relationship Id="rId3" Type="http://schemas.openxmlformats.org/officeDocument/2006/relationships/image" Target="../media/image169.png"/><Relationship Id="rId7" Type="http://schemas.openxmlformats.org/officeDocument/2006/relationships/image" Target="../media/image174.wmf"/><Relationship Id="rId12" Type="http://schemas.openxmlformats.org/officeDocument/2006/relationships/image" Target="../media/image179.wmf"/><Relationship Id="rId17" Type="http://schemas.openxmlformats.org/officeDocument/2006/relationships/image" Target="../media/image176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2.wmf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246.bin"/><Relationship Id="rId11" Type="http://schemas.openxmlformats.org/officeDocument/2006/relationships/oleObject" Target="../embeddings/oleObject248.bin"/><Relationship Id="rId5" Type="http://schemas.openxmlformats.org/officeDocument/2006/relationships/image" Target="../media/image175.wmf"/><Relationship Id="rId15" Type="http://schemas.openxmlformats.org/officeDocument/2006/relationships/oleObject" Target="../embeddings/oleObject250.bin"/><Relationship Id="rId10" Type="http://schemas.openxmlformats.org/officeDocument/2006/relationships/image" Target="../media/image180.png"/><Relationship Id="rId4" Type="http://schemas.openxmlformats.org/officeDocument/2006/relationships/oleObject" Target="../embeddings/oleObject245.bin"/><Relationship Id="rId9" Type="http://schemas.openxmlformats.org/officeDocument/2006/relationships/image" Target="../media/image177.wmf"/><Relationship Id="rId14" Type="http://schemas.openxmlformats.org/officeDocument/2006/relationships/image" Target="../media/image181.wmf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wmf"/><Relationship Id="rId3" Type="http://schemas.openxmlformats.org/officeDocument/2006/relationships/oleObject" Target="../embeddings/oleObject251.bin"/><Relationship Id="rId7" Type="http://schemas.openxmlformats.org/officeDocument/2006/relationships/oleObject" Target="../embeddings/oleObject2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82.wmf"/><Relationship Id="rId5" Type="http://schemas.openxmlformats.org/officeDocument/2006/relationships/oleObject" Target="../embeddings/oleObject252.bin"/><Relationship Id="rId4" Type="http://schemas.openxmlformats.org/officeDocument/2006/relationships/image" Target="../media/image174.wmf"/><Relationship Id="rId9" Type="http://schemas.openxmlformats.org/officeDocument/2006/relationships/image" Target="../media/image176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oleObject" Target="../embeddings/oleObject258.bin"/><Relationship Id="rId18" Type="http://schemas.openxmlformats.org/officeDocument/2006/relationships/image" Target="../media/image174.wmf"/><Relationship Id="rId3" Type="http://schemas.openxmlformats.org/officeDocument/2006/relationships/oleObject" Target="../embeddings/oleObject254.bin"/><Relationship Id="rId7" Type="http://schemas.openxmlformats.org/officeDocument/2006/relationships/image" Target="../media/image176.png"/><Relationship Id="rId12" Type="http://schemas.openxmlformats.org/officeDocument/2006/relationships/image" Target="../media/image184.wmf"/><Relationship Id="rId17" Type="http://schemas.openxmlformats.org/officeDocument/2006/relationships/oleObject" Target="../embeddings/oleObject26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6.wmf"/><Relationship Id="rId1" Type="http://schemas.openxmlformats.org/officeDocument/2006/relationships/vmlDrawing" Target="../drawings/vmlDrawing60.vml"/><Relationship Id="rId6" Type="http://schemas.openxmlformats.org/officeDocument/2006/relationships/image" Target="../media/image171.w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59.bin"/><Relationship Id="rId10" Type="http://schemas.openxmlformats.org/officeDocument/2006/relationships/image" Target="../media/image183.wmf"/><Relationship Id="rId4" Type="http://schemas.openxmlformats.org/officeDocument/2006/relationships/image" Target="../media/image182.wmf"/><Relationship Id="rId9" Type="http://schemas.openxmlformats.org/officeDocument/2006/relationships/oleObject" Target="../embeddings/oleObject256.bin"/><Relationship Id="rId14" Type="http://schemas.openxmlformats.org/officeDocument/2006/relationships/image" Target="../media/image185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187.png"/><Relationship Id="rId5" Type="http://schemas.openxmlformats.org/officeDocument/2006/relationships/image" Target="../media/image176.png"/><Relationship Id="rId10" Type="http://schemas.openxmlformats.org/officeDocument/2006/relationships/image" Target="../media/image189.wmf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63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13" Type="http://schemas.openxmlformats.org/officeDocument/2006/relationships/oleObject" Target="../embeddings/oleObject267.bin"/><Relationship Id="rId18" Type="http://schemas.openxmlformats.org/officeDocument/2006/relationships/image" Target="../media/image192.wmf"/><Relationship Id="rId3" Type="http://schemas.openxmlformats.org/officeDocument/2006/relationships/oleObject" Target="../embeddings/oleObject264.bin"/><Relationship Id="rId7" Type="http://schemas.openxmlformats.org/officeDocument/2006/relationships/image" Target="../media/image174.wmf"/><Relationship Id="rId12" Type="http://schemas.openxmlformats.org/officeDocument/2006/relationships/image" Target="../media/image193.png"/><Relationship Id="rId17" Type="http://schemas.openxmlformats.org/officeDocument/2006/relationships/oleObject" Target="../embeddings/oleObject26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9.wmf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265.bin"/><Relationship Id="rId11" Type="http://schemas.openxmlformats.org/officeDocument/2006/relationships/image" Target="../media/image178.png"/><Relationship Id="rId5" Type="http://schemas.openxmlformats.org/officeDocument/2006/relationships/image" Target="../media/image176.png"/><Relationship Id="rId15" Type="http://schemas.openxmlformats.org/officeDocument/2006/relationships/oleObject" Target="../embeddings/oleObject268.bin"/><Relationship Id="rId10" Type="http://schemas.openxmlformats.org/officeDocument/2006/relationships/image" Target="../media/image180.png"/><Relationship Id="rId4" Type="http://schemas.openxmlformats.org/officeDocument/2006/relationships/image" Target="../media/image190.wmf"/><Relationship Id="rId9" Type="http://schemas.openxmlformats.org/officeDocument/2006/relationships/image" Target="../media/image191.wmf"/><Relationship Id="rId14" Type="http://schemas.openxmlformats.org/officeDocument/2006/relationships/image" Target="../media/image177.wmf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2.bin"/><Relationship Id="rId13" Type="http://schemas.openxmlformats.org/officeDocument/2006/relationships/oleObject" Target="../embeddings/oleObject273.bin"/><Relationship Id="rId18" Type="http://schemas.openxmlformats.org/officeDocument/2006/relationships/image" Target="../media/image192.wmf"/><Relationship Id="rId3" Type="http://schemas.openxmlformats.org/officeDocument/2006/relationships/oleObject" Target="../embeddings/oleObject270.bin"/><Relationship Id="rId7" Type="http://schemas.openxmlformats.org/officeDocument/2006/relationships/image" Target="../media/image174.wmf"/><Relationship Id="rId12" Type="http://schemas.openxmlformats.org/officeDocument/2006/relationships/image" Target="../media/image193.png"/><Relationship Id="rId17" Type="http://schemas.openxmlformats.org/officeDocument/2006/relationships/oleObject" Target="../embeddings/oleObject27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9.wmf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271.bin"/><Relationship Id="rId11" Type="http://schemas.openxmlformats.org/officeDocument/2006/relationships/image" Target="../media/image178.png"/><Relationship Id="rId5" Type="http://schemas.openxmlformats.org/officeDocument/2006/relationships/image" Target="../media/image176.png"/><Relationship Id="rId15" Type="http://schemas.openxmlformats.org/officeDocument/2006/relationships/oleObject" Target="../embeddings/oleObject274.bin"/><Relationship Id="rId10" Type="http://schemas.openxmlformats.org/officeDocument/2006/relationships/image" Target="../media/image180.png"/><Relationship Id="rId4" Type="http://schemas.openxmlformats.org/officeDocument/2006/relationships/image" Target="../media/image190.wmf"/><Relationship Id="rId9" Type="http://schemas.openxmlformats.org/officeDocument/2006/relationships/image" Target="../media/image194.wmf"/><Relationship Id="rId14" Type="http://schemas.openxmlformats.org/officeDocument/2006/relationships/image" Target="../media/image177.wmf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5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5" Type="http://schemas.openxmlformats.org/officeDocument/2006/relationships/image" Target="../media/image198.png"/><Relationship Id="rId4" Type="http://schemas.openxmlformats.org/officeDocument/2006/relationships/image" Target="../media/image199.w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5.vml"/><Relationship Id="rId5" Type="http://schemas.openxmlformats.org/officeDocument/2006/relationships/image" Target="../media/image198.png"/><Relationship Id="rId4" Type="http://schemas.openxmlformats.org/officeDocument/2006/relationships/image" Target="../media/image200.wmf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201.png"/><Relationship Id="rId5" Type="http://schemas.openxmlformats.org/officeDocument/2006/relationships/image" Target="../media/image198.png"/><Relationship Id="rId4" Type="http://schemas.openxmlformats.org/officeDocument/2006/relationships/image" Target="../media/image200.wmf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201.png"/><Relationship Id="rId5" Type="http://schemas.openxmlformats.org/officeDocument/2006/relationships/image" Target="../media/image198.png"/><Relationship Id="rId10" Type="http://schemas.openxmlformats.org/officeDocument/2006/relationships/image" Target="../media/image203.wmf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81.bin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oleObject" Target="../embeddings/oleObject282.bin"/><Relationship Id="rId7" Type="http://schemas.openxmlformats.org/officeDocument/2006/relationships/oleObject" Target="../embeddings/oleObject2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201.png"/><Relationship Id="rId5" Type="http://schemas.openxmlformats.org/officeDocument/2006/relationships/image" Target="../media/image198.png"/><Relationship Id="rId10" Type="http://schemas.openxmlformats.org/officeDocument/2006/relationships/image" Target="../media/image205.wmf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284.bin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oleObject" Target="../embeddings/oleObject285.bin"/><Relationship Id="rId7" Type="http://schemas.openxmlformats.org/officeDocument/2006/relationships/oleObject" Target="../embeddings/oleObject2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201.png"/><Relationship Id="rId5" Type="http://schemas.openxmlformats.org/officeDocument/2006/relationships/image" Target="../media/image198.png"/><Relationship Id="rId10" Type="http://schemas.openxmlformats.org/officeDocument/2006/relationships/image" Target="../media/image207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87.bin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0.vml"/><Relationship Id="rId6" Type="http://schemas.openxmlformats.org/officeDocument/2006/relationships/image" Target="../media/image201.png"/><Relationship Id="rId5" Type="http://schemas.openxmlformats.org/officeDocument/2006/relationships/image" Target="../media/image198.png"/><Relationship Id="rId10" Type="http://schemas.openxmlformats.org/officeDocument/2006/relationships/image" Target="../media/image208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90.bin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oleObject" Target="../embeddings/oleObject291.bin"/><Relationship Id="rId7" Type="http://schemas.openxmlformats.org/officeDocument/2006/relationships/oleObject" Target="../embeddings/oleObject292.bin"/><Relationship Id="rId12" Type="http://schemas.openxmlformats.org/officeDocument/2006/relationships/image" Target="../media/image2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1.vml"/><Relationship Id="rId6" Type="http://schemas.openxmlformats.org/officeDocument/2006/relationships/image" Target="../media/image201.png"/><Relationship Id="rId11" Type="http://schemas.openxmlformats.org/officeDocument/2006/relationships/oleObject" Target="../embeddings/oleObject294.bin"/><Relationship Id="rId5" Type="http://schemas.openxmlformats.org/officeDocument/2006/relationships/image" Target="../media/image198.png"/><Relationship Id="rId10" Type="http://schemas.openxmlformats.org/officeDocument/2006/relationships/image" Target="../media/image209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93.bin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6.bin"/><Relationship Id="rId12" Type="http://schemas.openxmlformats.org/officeDocument/2006/relationships/image" Target="../media/image2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201.png"/><Relationship Id="rId11" Type="http://schemas.openxmlformats.org/officeDocument/2006/relationships/oleObject" Target="../embeddings/oleObject298.bin"/><Relationship Id="rId5" Type="http://schemas.openxmlformats.org/officeDocument/2006/relationships/image" Target="../media/image198.png"/><Relationship Id="rId10" Type="http://schemas.openxmlformats.org/officeDocument/2006/relationships/image" Target="../media/image211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297.bin"/></Relationships>
</file>

<file path=ppt/slides/_rels/slide1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3" Type="http://schemas.openxmlformats.org/officeDocument/2006/relationships/oleObject" Target="../embeddings/oleObject299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201.png"/><Relationship Id="rId11" Type="http://schemas.openxmlformats.org/officeDocument/2006/relationships/oleObject" Target="../embeddings/oleObject302.bin"/><Relationship Id="rId5" Type="http://schemas.openxmlformats.org/officeDocument/2006/relationships/image" Target="../media/image198.png"/><Relationship Id="rId10" Type="http://schemas.openxmlformats.org/officeDocument/2006/relationships/image" Target="../media/image212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301.bin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307.bin"/><Relationship Id="rId3" Type="http://schemas.openxmlformats.org/officeDocument/2006/relationships/oleObject" Target="../embeddings/oleObject303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201.png"/><Relationship Id="rId11" Type="http://schemas.openxmlformats.org/officeDocument/2006/relationships/oleObject" Target="../embeddings/oleObject306.bin"/><Relationship Id="rId5" Type="http://schemas.openxmlformats.org/officeDocument/2006/relationships/image" Target="../media/image198.png"/><Relationship Id="rId10" Type="http://schemas.openxmlformats.org/officeDocument/2006/relationships/image" Target="../media/image213.wmf"/><Relationship Id="rId4" Type="http://schemas.openxmlformats.org/officeDocument/2006/relationships/image" Target="../media/image206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14.wmf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216.png"/><Relationship Id="rId5" Type="http://schemas.openxmlformats.org/officeDocument/2006/relationships/image" Target="../media/image215.png"/><Relationship Id="rId4" Type="http://schemas.openxmlformats.org/officeDocument/2006/relationships/image" Target="../media/image200.wmf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oleObject" Target="../embeddings/oleObject309.bin"/><Relationship Id="rId7" Type="http://schemas.openxmlformats.org/officeDocument/2006/relationships/image" Target="../media/image2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6.vml"/><Relationship Id="rId6" Type="http://schemas.openxmlformats.org/officeDocument/2006/relationships/oleObject" Target="../embeddings/oleObject310.bin"/><Relationship Id="rId5" Type="http://schemas.openxmlformats.org/officeDocument/2006/relationships/image" Target="../media/image215.png"/><Relationship Id="rId4" Type="http://schemas.openxmlformats.org/officeDocument/2006/relationships/image" Target="../media/image200.wmf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3.bin"/><Relationship Id="rId3" Type="http://schemas.openxmlformats.org/officeDocument/2006/relationships/oleObject" Target="../embeddings/oleObject311.bin"/><Relationship Id="rId7" Type="http://schemas.openxmlformats.org/officeDocument/2006/relationships/image" Target="../media/image2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7.vml"/><Relationship Id="rId6" Type="http://schemas.openxmlformats.org/officeDocument/2006/relationships/oleObject" Target="../embeddings/oleObject312.bin"/><Relationship Id="rId5" Type="http://schemas.openxmlformats.org/officeDocument/2006/relationships/image" Target="../media/image215.png"/><Relationship Id="rId10" Type="http://schemas.openxmlformats.org/officeDocument/2006/relationships/image" Target="../media/image216.png"/><Relationship Id="rId4" Type="http://schemas.openxmlformats.org/officeDocument/2006/relationships/image" Target="../media/image200.wmf"/><Relationship Id="rId9" Type="http://schemas.openxmlformats.org/officeDocument/2006/relationships/image" Target="../media/image218.wmf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oleObject" Target="../embeddings/oleObject314.bin"/><Relationship Id="rId7" Type="http://schemas.openxmlformats.org/officeDocument/2006/relationships/image" Target="../media/image2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8.vml"/><Relationship Id="rId6" Type="http://schemas.openxmlformats.org/officeDocument/2006/relationships/oleObject" Target="../embeddings/oleObject315.bin"/><Relationship Id="rId5" Type="http://schemas.openxmlformats.org/officeDocument/2006/relationships/image" Target="../media/image215.png"/><Relationship Id="rId10" Type="http://schemas.openxmlformats.org/officeDocument/2006/relationships/image" Target="../media/image219.wmf"/><Relationship Id="rId4" Type="http://schemas.openxmlformats.org/officeDocument/2006/relationships/image" Target="../media/image200.wmf"/><Relationship Id="rId9" Type="http://schemas.openxmlformats.org/officeDocument/2006/relationships/oleObject" Target="../embeddings/oleObject316.bin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9.bin"/><Relationship Id="rId3" Type="http://schemas.openxmlformats.org/officeDocument/2006/relationships/oleObject" Target="../embeddings/oleObject317.bin"/><Relationship Id="rId7" Type="http://schemas.openxmlformats.org/officeDocument/2006/relationships/image" Target="../media/image217.wmf"/><Relationship Id="rId12" Type="http://schemas.openxmlformats.org/officeDocument/2006/relationships/image" Target="../media/image2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9.vml"/><Relationship Id="rId6" Type="http://schemas.openxmlformats.org/officeDocument/2006/relationships/oleObject" Target="../embeddings/oleObject318.bin"/><Relationship Id="rId11" Type="http://schemas.openxmlformats.org/officeDocument/2006/relationships/image" Target="../media/image221.wmf"/><Relationship Id="rId5" Type="http://schemas.openxmlformats.org/officeDocument/2006/relationships/image" Target="../media/image215.png"/><Relationship Id="rId10" Type="http://schemas.openxmlformats.org/officeDocument/2006/relationships/oleObject" Target="../embeddings/oleObject320.bin"/><Relationship Id="rId4" Type="http://schemas.openxmlformats.org/officeDocument/2006/relationships/image" Target="../media/image200.wmf"/><Relationship Id="rId9" Type="http://schemas.openxmlformats.org/officeDocument/2006/relationships/image" Target="../media/image220.wmf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3.bin"/><Relationship Id="rId13" Type="http://schemas.openxmlformats.org/officeDocument/2006/relationships/oleObject" Target="../embeddings/oleObject325.bin"/><Relationship Id="rId3" Type="http://schemas.openxmlformats.org/officeDocument/2006/relationships/oleObject" Target="../embeddings/oleObject321.bin"/><Relationship Id="rId7" Type="http://schemas.openxmlformats.org/officeDocument/2006/relationships/image" Target="../media/image217.wmf"/><Relationship Id="rId12" Type="http://schemas.openxmlformats.org/officeDocument/2006/relationships/image" Target="../media/image2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0.vml"/><Relationship Id="rId6" Type="http://schemas.openxmlformats.org/officeDocument/2006/relationships/oleObject" Target="../embeddings/oleObject322.bin"/><Relationship Id="rId11" Type="http://schemas.openxmlformats.org/officeDocument/2006/relationships/image" Target="../media/image221.wmf"/><Relationship Id="rId5" Type="http://schemas.openxmlformats.org/officeDocument/2006/relationships/image" Target="../media/image215.png"/><Relationship Id="rId10" Type="http://schemas.openxmlformats.org/officeDocument/2006/relationships/oleObject" Target="../embeddings/oleObject324.bin"/><Relationship Id="rId4" Type="http://schemas.openxmlformats.org/officeDocument/2006/relationships/image" Target="../media/image200.wmf"/><Relationship Id="rId9" Type="http://schemas.openxmlformats.org/officeDocument/2006/relationships/image" Target="../media/image222.wmf"/><Relationship Id="rId14" Type="http://schemas.openxmlformats.org/officeDocument/2006/relationships/image" Target="../media/image223.wmf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8.bin"/><Relationship Id="rId13" Type="http://schemas.openxmlformats.org/officeDocument/2006/relationships/oleObject" Target="../embeddings/oleObject330.bin"/><Relationship Id="rId3" Type="http://schemas.openxmlformats.org/officeDocument/2006/relationships/oleObject" Target="../embeddings/oleObject326.bin"/><Relationship Id="rId7" Type="http://schemas.openxmlformats.org/officeDocument/2006/relationships/image" Target="../media/image217.wmf"/><Relationship Id="rId12" Type="http://schemas.openxmlformats.org/officeDocument/2006/relationships/image" Target="../media/image2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1.vml"/><Relationship Id="rId6" Type="http://schemas.openxmlformats.org/officeDocument/2006/relationships/oleObject" Target="../embeddings/oleObject327.bin"/><Relationship Id="rId11" Type="http://schemas.openxmlformats.org/officeDocument/2006/relationships/oleObject" Target="../embeddings/oleObject329.bin"/><Relationship Id="rId5" Type="http://schemas.openxmlformats.org/officeDocument/2006/relationships/image" Target="../media/image215.png"/><Relationship Id="rId10" Type="http://schemas.openxmlformats.org/officeDocument/2006/relationships/image" Target="../media/image216.png"/><Relationship Id="rId4" Type="http://schemas.openxmlformats.org/officeDocument/2006/relationships/image" Target="../media/image200.wmf"/><Relationship Id="rId9" Type="http://schemas.openxmlformats.org/officeDocument/2006/relationships/image" Target="../media/image221.wmf"/><Relationship Id="rId14" Type="http://schemas.openxmlformats.org/officeDocument/2006/relationships/image" Target="../media/image225.wmf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3" Type="http://schemas.openxmlformats.org/officeDocument/2006/relationships/oleObject" Target="../embeddings/oleObject331.bin"/><Relationship Id="rId7" Type="http://schemas.openxmlformats.org/officeDocument/2006/relationships/oleObject" Target="../embeddings/oleObject3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227.wmf"/><Relationship Id="rId11" Type="http://schemas.openxmlformats.org/officeDocument/2006/relationships/image" Target="../media/image195.png"/><Relationship Id="rId5" Type="http://schemas.openxmlformats.org/officeDocument/2006/relationships/oleObject" Target="../embeddings/oleObject332.bin"/><Relationship Id="rId10" Type="http://schemas.openxmlformats.org/officeDocument/2006/relationships/image" Target="../media/image197.png"/><Relationship Id="rId4" Type="http://schemas.openxmlformats.org/officeDocument/2006/relationships/image" Target="../media/image226.wmf"/><Relationship Id="rId9" Type="http://schemas.openxmlformats.org/officeDocument/2006/relationships/image" Target="../media/image19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3.vml"/><Relationship Id="rId5" Type="http://schemas.openxmlformats.org/officeDocument/2006/relationships/image" Target="../media/image182.wmf"/><Relationship Id="rId4" Type="http://schemas.openxmlformats.org/officeDocument/2006/relationships/oleObject" Target="../embeddings/oleObject334.bin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4.vml"/><Relationship Id="rId5" Type="http://schemas.openxmlformats.org/officeDocument/2006/relationships/image" Target="../media/image232.png"/><Relationship Id="rId4" Type="http://schemas.openxmlformats.org/officeDocument/2006/relationships/image" Target="../media/image231.wmf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5.vml"/><Relationship Id="rId6" Type="http://schemas.openxmlformats.org/officeDocument/2006/relationships/image" Target="../media/image234.wmf"/><Relationship Id="rId5" Type="http://schemas.openxmlformats.org/officeDocument/2006/relationships/oleObject" Target="../embeddings/oleObject336.bin"/><Relationship Id="rId4" Type="http://schemas.openxmlformats.org/officeDocument/2006/relationships/image" Target="../media/image233.png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6.vml"/><Relationship Id="rId6" Type="http://schemas.openxmlformats.org/officeDocument/2006/relationships/image" Target="../media/image235.wmf"/><Relationship Id="rId5" Type="http://schemas.openxmlformats.org/officeDocument/2006/relationships/oleObject" Target="../embeddings/oleObject337.bin"/><Relationship Id="rId4" Type="http://schemas.openxmlformats.org/officeDocument/2006/relationships/image" Target="../media/image233.png"/><Relationship Id="rId9" Type="http://schemas.openxmlformats.org/officeDocument/2006/relationships/image" Target="../media/image237.png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7.vml"/><Relationship Id="rId6" Type="http://schemas.openxmlformats.org/officeDocument/2006/relationships/image" Target="../media/image235.wmf"/><Relationship Id="rId11" Type="http://schemas.openxmlformats.org/officeDocument/2006/relationships/image" Target="../media/image237.png"/><Relationship Id="rId5" Type="http://schemas.openxmlformats.org/officeDocument/2006/relationships/oleObject" Target="../embeddings/oleObject339.bin"/><Relationship Id="rId10" Type="http://schemas.openxmlformats.org/officeDocument/2006/relationships/image" Target="../media/image238.wmf"/><Relationship Id="rId4" Type="http://schemas.openxmlformats.org/officeDocument/2006/relationships/image" Target="../media/image233.png"/><Relationship Id="rId9" Type="http://schemas.openxmlformats.org/officeDocument/2006/relationships/oleObject" Target="../embeddings/oleObject341.bin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43.bin"/><Relationship Id="rId12" Type="http://schemas.openxmlformats.org/officeDocument/2006/relationships/image" Target="../media/image2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8.vml"/><Relationship Id="rId6" Type="http://schemas.openxmlformats.org/officeDocument/2006/relationships/image" Target="../media/image235.wmf"/><Relationship Id="rId11" Type="http://schemas.openxmlformats.org/officeDocument/2006/relationships/image" Target="../media/image240.png"/><Relationship Id="rId5" Type="http://schemas.openxmlformats.org/officeDocument/2006/relationships/oleObject" Target="../embeddings/oleObject342.bin"/><Relationship Id="rId10" Type="http://schemas.openxmlformats.org/officeDocument/2006/relationships/image" Target="../media/image239.wmf"/><Relationship Id="rId4" Type="http://schemas.openxmlformats.org/officeDocument/2006/relationships/image" Target="../media/image233.png"/><Relationship Id="rId9" Type="http://schemas.openxmlformats.org/officeDocument/2006/relationships/oleObject" Target="../embeddings/oleObject344.bin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9.vml"/><Relationship Id="rId6" Type="http://schemas.openxmlformats.org/officeDocument/2006/relationships/image" Target="../media/image235.wmf"/><Relationship Id="rId11" Type="http://schemas.openxmlformats.org/officeDocument/2006/relationships/image" Target="../media/image237.png"/><Relationship Id="rId5" Type="http://schemas.openxmlformats.org/officeDocument/2006/relationships/oleObject" Target="../embeddings/oleObject345.bin"/><Relationship Id="rId10" Type="http://schemas.openxmlformats.org/officeDocument/2006/relationships/image" Target="../media/image241.wmf"/><Relationship Id="rId4" Type="http://schemas.openxmlformats.org/officeDocument/2006/relationships/image" Target="../media/image233.png"/><Relationship Id="rId9" Type="http://schemas.openxmlformats.org/officeDocument/2006/relationships/oleObject" Target="../embeddings/oleObject347.bin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image" Target="../media/image240.png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2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0.vml"/><Relationship Id="rId6" Type="http://schemas.openxmlformats.org/officeDocument/2006/relationships/image" Target="../media/image235.w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0" Type="http://schemas.openxmlformats.org/officeDocument/2006/relationships/image" Target="../media/image242.wmf"/><Relationship Id="rId4" Type="http://schemas.openxmlformats.org/officeDocument/2006/relationships/image" Target="../media/image233.png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237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image" Target="../media/image240.png"/><Relationship Id="rId18" Type="http://schemas.openxmlformats.org/officeDocument/2006/relationships/image" Target="../media/image245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53.bin"/><Relationship Id="rId12" Type="http://schemas.openxmlformats.org/officeDocument/2006/relationships/image" Target="../media/image243.wmf"/><Relationship Id="rId17" Type="http://schemas.openxmlformats.org/officeDocument/2006/relationships/oleObject" Target="../embeddings/oleObject35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7.png"/><Relationship Id="rId1" Type="http://schemas.openxmlformats.org/officeDocument/2006/relationships/vmlDrawing" Target="../drawings/vmlDrawing91.vml"/><Relationship Id="rId6" Type="http://schemas.openxmlformats.org/officeDocument/2006/relationships/image" Target="../media/image235.wmf"/><Relationship Id="rId11" Type="http://schemas.openxmlformats.org/officeDocument/2006/relationships/oleObject" Target="../embeddings/oleObject355.bin"/><Relationship Id="rId5" Type="http://schemas.openxmlformats.org/officeDocument/2006/relationships/oleObject" Target="../embeddings/oleObject352.bin"/><Relationship Id="rId15" Type="http://schemas.openxmlformats.org/officeDocument/2006/relationships/image" Target="../media/image244.wmf"/><Relationship Id="rId10" Type="http://schemas.openxmlformats.org/officeDocument/2006/relationships/image" Target="../media/image242.wmf"/><Relationship Id="rId4" Type="http://schemas.openxmlformats.org/officeDocument/2006/relationships/image" Target="../media/image233.png"/><Relationship Id="rId9" Type="http://schemas.openxmlformats.org/officeDocument/2006/relationships/oleObject" Target="../embeddings/oleObject354.bin"/><Relationship Id="rId14" Type="http://schemas.openxmlformats.org/officeDocument/2006/relationships/oleObject" Target="../embeddings/oleObject356.bin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6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7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2.vml"/><Relationship Id="rId6" Type="http://schemas.openxmlformats.org/officeDocument/2006/relationships/image" Target="../media/image246.png"/><Relationship Id="rId5" Type="http://schemas.openxmlformats.org/officeDocument/2006/relationships/image" Target="../media/image248.wmf"/><Relationship Id="rId4" Type="http://schemas.openxmlformats.org/officeDocument/2006/relationships/oleObject" Target="../embeddings/oleObject358.bin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60.bin"/><Relationship Id="rId12" Type="http://schemas.openxmlformats.org/officeDocument/2006/relationships/image" Target="../media/image25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3.vml"/><Relationship Id="rId6" Type="http://schemas.openxmlformats.org/officeDocument/2006/relationships/image" Target="../media/image249.wmf"/><Relationship Id="rId11" Type="http://schemas.openxmlformats.org/officeDocument/2006/relationships/oleObject" Target="../embeddings/oleObject361.bin"/><Relationship Id="rId5" Type="http://schemas.openxmlformats.org/officeDocument/2006/relationships/oleObject" Target="../embeddings/oleObject359.bin"/><Relationship Id="rId10" Type="http://schemas.openxmlformats.org/officeDocument/2006/relationships/image" Target="../media/image251.png"/><Relationship Id="rId4" Type="http://schemas.openxmlformats.org/officeDocument/2006/relationships/image" Target="../media/image233.png"/><Relationship Id="rId9" Type="http://schemas.openxmlformats.org/officeDocument/2006/relationships/image" Target="../media/image247.png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image" Target="../media/image252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63.bin"/><Relationship Id="rId12" Type="http://schemas.openxmlformats.org/officeDocument/2006/relationships/oleObject" Target="../embeddings/oleObject3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4.vml"/><Relationship Id="rId6" Type="http://schemas.openxmlformats.org/officeDocument/2006/relationships/image" Target="../media/image249.wmf"/><Relationship Id="rId11" Type="http://schemas.openxmlformats.org/officeDocument/2006/relationships/image" Target="../media/image250.wmf"/><Relationship Id="rId5" Type="http://schemas.openxmlformats.org/officeDocument/2006/relationships/oleObject" Target="../embeddings/oleObject362.bin"/><Relationship Id="rId10" Type="http://schemas.openxmlformats.org/officeDocument/2006/relationships/oleObject" Target="../embeddings/oleObject364.bin"/><Relationship Id="rId4" Type="http://schemas.openxmlformats.org/officeDocument/2006/relationships/image" Target="../media/image233.png"/><Relationship Id="rId9" Type="http://schemas.openxmlformats.org/officeDocument/2006/relationships/image" Target="../media/image247.png"/><Relationship Id="rId14" Type="http://schemas.openxmlformats.org/officeDocument/2006/relationships/image" Target="../media/image253.pn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wmf"/><Relationship Id="rId13" Type="http://schemas.openxmlformats.org/officeDocument/2006/relationships/image" Target="../media/image254.wmf"/><Relationship Id="rId3" Type="http://schemas.openxmlformats.org/officeDocument/2006/relationships/image" Target="../media/image232.png"/><Relationship Id="rId7" Type="http://schemas.openxmlformats.org/officeDocument/2006/relationships/oleObject" Target="../embeddings/oleObject367.bin"/><Relationship Id="rId12" Type="http://schemas.openxmlformats.org/officeDocument/2006/relationships/oleObject" Target="../embeddings/oleObject36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55.wmf"/><Relationship Id="rId1" Type="http://schemas.openxmlformats.org/officeDocument/2006/relationships/vmlDrawing" Target="../drawings/vmlDrawing95.vml"/><Relationship Id="rId6" Type="http://schemas.openxmlformats.org/officeDocument/2006/relationships/image" Target="../media/image249.wmf"/><Relationship Id="rId11" Type="http://schemas.openxmlformats.org/officeDocument/2006/relationships/image" Target="../media/image250.wmf"/><Relationship Id="rId5" Type="http://schemas.openxmlformats.org/officeDocument/2006/relationships/oleObject" Target="../embeddings/oleObject366.bin"/><Relationship Id="rId15" Type="http://schemas.openxmlformats.org/officeDocument/2006/relationships/oleObject" Target="../embeddings/oleObject370.bin"/><Relationship Id="rId10" Type="http://schemas.openxmlformats.org/officeDocument/2006/relationships/oleObject" Target="../embeddings/oleObject368.bin"/><Relationship Id="rId4" Type="http://schemas.openxmlformats.org/officeDocument/2006/relationships/image" Target="../media/image233.png"/><Relationship Id="rId9" Type="http://schemas.openxmlformats.org/officeDocument/2006/relationships/image" Target="../media/image247.png"/><Relationship Id="rId14" Type="http://schemas.openxmlformats.org/officeDocument/2006/relationships/image" Target="../media/image253.png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2.bin"/><Relationship Id="rId13" Type="http://schemas.openxmlformats.org/officeDocument/2006/relationships/oleObject" Target="../embeddings/oleObject374.bin"/><Relationship Id="rId18" Type="http://schemas.openxmlformats.org/officeDocument/2006/relationships/oleObject" Target="../embeddings/oleObject376.bin"/><Relationship Id="rId3" Type="http://schemas.openxmlformats.org/officeDocument/2006/relationships/notesSlide" Target="../notesSlides/notesSlide17.xml"/><Relationship Id="rId21" Type="http://schemas.openxmlformats.org/officeDocument/2006/relationships/image" Target="../media/image245.wmf"/><Relationship Id="rId7" Type="http://schemas.openxmlformats.org/officeDocument/2006/relationships/image" Target="../media/image249.wmf"/><Relationship Id="rId12" Type="http://schemas.openxmlformats.org/officeDocument/2006/relationships/image" Target="../media/image250.wmf"/><Relationship Id="rId17" Type="http://schemas.openxmlformats.org/officeDocument/2006/relationships/image" Target="../media/image25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75.bin"/><Relationship Id="rId20" Type="http://schemas.openxmlformats.org/officeDocument/2006/relationships/oleObject" Target="../embeddings/oleObject377.bin"/><Relationship Id="rId1" Type="http://schemas.openxmlformats.org/officeDocument/2006/relationships/vmlDrawing" Target="../drawings/vmlDrawing96.vml"/><Relationship Id="rId6" Type="http://schemas.openxmlformats.org/officeDocument/2006/relationships/oleObject" Target="../embeddings/oleObject371.bin"/><Relationship Id="rId11" Type="http://schemas.openxmlformats.org/officeDocument/2006/relationships/oleObject" Target="../embeddings/oleObject373.bin"/><Relationship Id="rId5" Type="http://schemas.openxmlformats.org/officeDocument/2006/relationships/image" Target="../media/image233.png"/><Relationship Id="rId15" Type="http://schemas.openxmlformats.org/officeDocument/2006/relationships/image" Target="../media/image253.png"/><Relationship Id="rId10" Type="http://schemas.openxmlformats.org/officeDocument/2006/relationships/image" Target="../media/image247.png"/><Relationship Id="rId19" Type="http://schemas.openxmlformats.org/officeDocument/2006/relationships/image" Target="../media/image244.wmf"/><Relationship Id="rId4" Type="http://schemas.openxmlformats.org/officeDocument/2006/relationships/image" Target="../media/image232.png"/><Relationship Id="rId9" Type="http://schemas.openxmlformats.org/officeDocument/2006/relationships/image" Target="../media/image236.wmf"/><Relationship Id="rId14" Type="http://schemas.openxmlformats.org/officeDocument/2006/relationships/image" Target="../media/image25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7-5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1993582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4241" y="1628800"/>
            <a:ext cx="1980247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组合 11"/>
          <p:cNvGrpSpPr/>
          <p:nvPr/>
        </p:nvGrpSpPr>
        <p:grpSpPr>
          <a:xfrm>
            <a:off x="7812360" y="2492896"/>
            <a:ext cx="288032" cy="360040"/>
            <a:chOff x="5796136" y="4293096"/>
            <a:chExt cx="288032" cy="360040"/>
          </a:xfrm>
        </p:grpSpPr>
        <p:cxnSp>
          <p:nvCxnSpPr>
            <p:cNvPr id="7" name="直接连接符 6"/>
            <p:cNvCxnSpPr/>
            <p:nvPr/>
          </p:nvCxnSpPr>
          <p:spPr bwMode="auto">
            <a:xfrm flipV="1"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 bwMode="auto">
            <a:xfrm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3" name="圆角矩形 12"/>
          <p:cNvSpPr/>
          <p:nvPr/>
        </p:nvSpPr>
        <p:spPr bwMode="auto">
          <a:xfrm>
            <a:off x="6948264" y="2924944"/>
            <a:ext cx="201622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1993582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63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1628800"/>
            <a:ext cx="2300288" cy="191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1993582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7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1628800"/>
            <a:ext cx="2300288" cy="191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1993582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7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1628800"/>
            <a:ext cx="2300288" cy="191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定义：什么是对称结构？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1993582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73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0232" y="1628800"/>
            <a:ext cx="2300288" cy="191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83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3933056"/>
            <a:ext cx="1606868" cy="16068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835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64288" y="4005064"/>
            <a:ext cx="1573530" cy="1573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452320" y="486916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中心对称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93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93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0385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组合 7"/>
          <p:cNvGrpSpPr/>
          <p:nvPr/>
        </p:nvGrpSpPr>
        <p:grpSpPr>
          <a:xfrm>
            <a:off x="7740352" y="2348880"/>
            <a:ext cx="288032" cy="360040"/>
            <a:chOff x="5796136" y="4293096"/>
            <a:chExt cx="288032" cy="360040"/>
          </a:xfrm>
        </p:grpSpPr>
        <p:cxnSp>
          <p:nvCxnSpPr>
            <p:cNvPr id="9" name="直接连接符 8"/>
            <p:cNvCxnSpPr/>
            <p:nvPr/>
          </p:nvCxnSpPr>
          <p:spPr bwMode="auto">
            <a:xfrm flipV="1"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" name="圆角矩形 10"/>
          <p:cNvSpPr/>
          <p:nvPr/>
        </p:nvSpPr>
        <p:spPr bwMode="auto">
          <a:xfrm>
            <a:off x="6948264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8532440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93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93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0385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7"/>
          <p:cNvGrpSpPr/>
          <p:nvPr/>
        </p:nvGrpSpPr>
        <p:grpSpPr>
          <a:xfrm>
            <a:off x="7740352" y="2348880"/>
            <a:ext cx="288032" cy="360040"/>
            <a:chOff x="5796136" y="4293096"/>
            <a:chExt cx="288032" cy="360040"/>
          </a:xfrm>
        </p:grpSpPr>
        <p:cxnSp>
          <p:nvCxnSpPr>
            <p:cNvPr id="9" name="直接连接符 8"/>
            <p:cNvCxnSpPr/>
            <p:nvPr/>
          </p:nvCxnSpPr>
          <p:spPr bwMode="auto">
            <a:xfrm flipV="1"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304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3645024"/>
            <a:ext cx="2486978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圆角矩形 10"/>
          <p:cNvSpPr/>
          <p:nvPr/>
        </p:nvSpPr>
        <p:spPr bwMode="auto">
          <a:xfrm>
            <a:off x="6948264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2" name="圆角矩形 11"/>
          <p:cNvSpPr/>
          <p:nvPr/>
        </p:nvSpPr>
        <p:spPr bwMode="auto">
          <a:xfrm>
            <a:off x="8532440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什么是对称结构？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293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938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90385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7"/>
          <p:cNvGrpSpPr/>
          <p:nvPr/>
        </p:nvGrpSpPr>
        <p:grpSpPr>
          <a:xfrm>
            <a:off x="7740352" y="2348880"/>
            <a:ext cx="288032" cy="360040"/>
            <a:chOff x="5796136" y="4293096"/>
            <a:chExt cx="288032" cy="360040"/>
          </a:xfrm>
        </p:grpSpPr>
        <p:cxnSp>
          <p:nvCxnSpPr>
            <p:cNvPr id="9" name="直接连接符 8"/>
            <p:cNvCxnSpPr/>
            <p:nvPr/>
          </p:nvCxnSpPr>
          <p:spPr bwMode="auto">
            <a:xfrm flipV="1"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3040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3645024"/>
            <a:ext cx="2486978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040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32240" y="3604989"/>
            <a:ext cx="2486978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圆角矩形 11"/>
          <p:cNvSpPr/>
          <p:nvPr/>
        </p:nvSpPr>
        <p:spPr bwMode="auto">
          <a:xfrm>
            <a:off x="6948264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3" name="圆角矩形 12"/>
          <p:cNvSpPr/>
          <p:nvPr/>
        </p:nvSpPr>
        <p:spPr bwMode="auto">
          <a:xfrm>
            <a:off x="8532440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/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</p:txBody>
      </p:sp>
      <p:pic>
        <p:nvPicPr>
          <p:cNvPr id="22938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0385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7"/>
          <p:cNvGrpSpPr/>
          <p:nvPr/>
        </p:nvGrpSpPr>
        <p:grpSpPr>
          <a:xfrm>
            <a:off x="7740352" y="2348880"/>
            <a:ext cx="288032" cy="360040"/>
            <a:chOff x="5796136" y="4293096"/>
            <a:chExt cx="288032" cy="360040"/>
          </a:xfrm>
        </p:grpSpPr>
        <p:cxnSp>
          <p:nvCxnSpPr>
            <p:cNvPr id="9" name="直接连接符 8"/>
            <p:cNvCxnSpPr/>
            <p:nvPr/>
          </p:nvCxnSpPr>
          <p:spPr bwMode="auto">
            <a:xfrm flipV="1"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304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31800" y="3501008"/>
            <a:ext cx="2486978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24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78625" y="1628800"/>
            <a:ext cx="22536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组合 12"/>
          <p:cNvGrpSpPr/>
          <p:nvPr/>
        </p:nvGrpSpPr>
        <p:grpSpPr>
          <a:xfrm>
            <a:off x="5292080" y="2348880"/>
            <a:ext cx="288032" cy="360040"/>
            <a:chOff x="5796136" y="4293096"/>
            <a:chExt cx="288032" cy="360040"/>
          </a:xfrm>
        </p:grpSpPr>
        <p:cxnSp>
          <p:nvCxnSpPr>
            <p:cNvPr id="14" name="直接连接符 13"/>
            <p:cNvCxnSpPr/>
            <p:nvPr/>
          </p:nvCxnSpPr>
          <p:spPr bwMode="auto">
            <a:xfrm flipV="1"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/>
            <p:cNvCxnSpPr/>
            <p:nvPr/>
          </p:nvCxnSpPr>
          <p:spPr bwMode="auto">
            <a:xfrm>
              <a:off x="5796136" y="42930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308574" y="3686210"/>
            <a:ext cx="2300288" cy="1913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0" name="组合 19"/>
          <p:cNvGrpSpPr/>
          <p:nvPr/>
        </p:nvGrpSpPr>
        <p:grpSpPr>
          <a:xfrm>
            <a:off x="5220072" y="4509120"/>
            <a:ext cx="432048" cy="360040"/>
            <a:chOff x="5364088" y="2492896"/>
            <a:chExt cx="432048" cy="360040"/>
          </a:xfrm>
        </p:grpSpPr>
        <p:cxnSp>
          <p:nvCxnSpPr>
            <p:cNvPr id="21" name="直接连接符 20"/>
            <p:cNvCxnSpPr/>
            <p:nvPr/>
          </p:nvCxnSpPr>
          <p:spPr bwMode="auto">
            <a:xfrm>
              <a:off x="5364088" y="2636912"/>
              <a:ext cx="144016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直接连接符 21"/>
            <p:cNvCxnSpPr/>
            <p:nvPr/>
          </p:nvCxnSpPr>
          <p:spPr bwMode="auto">
            <a:xfrm flipV="1">
              <a:off x="5508104" y="24928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3" name="圆角矩形 22"/>
          <p:cNvSpPr/>
          <p:nvPr/>
        </p:nvSpPr>
        <p:spPr bwMode="auto">
          <a:xfrm>
            <a:off x="4499992" y="2924944"/>
            <a:ext cx="201622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4" name="圆角矩形 23"/>
          <p:cNvSpPr/>
          <p:nvPr/>
        </p:nvSpPr>
        <p:spPr bwMode="auto">
          <a:xfrm>
            <a:off x="6948264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5" name="圆角矩形 24"/>
          <p:cNvSpPr/>
          <p:nvPr/>
        </p:nvSpPr>
        <p:spPr bwMode="auto">
          <a:xfrm>
            <a:off x="8532440" y="2276872"/>
            <a:ext cx="576064" cy="432048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什么是载荷对称性？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76752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什么是载荷对称性？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对称载荷</a:t>
            </a:r>
            <a:r>
              <a:rPr lang="zh-CN" altLang="en-US"/>
              <a:t>：结构在某种操作后不变，载荷在同样操作后也不变</a:t>
            </a:r>
            <a:endParaRPr lang="en-US" altLang="zh-CN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76752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什么是载荷对称性？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对称载荷</a:t>
            </a:r>
            <a:r>
              <a:rPr lang="zh-CN" altLang="en-US"/>
              <a:t>：结构在某种操作后不变，载荷在同样操作后也不变</a:t>
            </a:r>
            <a:endParaRPr lang="en-US" altLang="zh-CN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76752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44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70727" y="1283394"/>
            <a:ext cx="2306955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什么是载荷对称性？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对称载荷</a:t>
            </a:r>
            <a:r>
              <a:rPr lang="zh-CN" altLang="en-US"/>
              <a:t>：结构在某种操作后不变，载荷在同样操作后也不变</a:t>
            </a:r>
            <a:endParaRPr lang="en-US" altLang="zh-CN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76752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44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70727" y="1283394"/>
            <a:ext cx="2306955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5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4005064"/>
            <a:ext cx="2313623" cy="2193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040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01549" y="4005064"/>
            <a:ext cx="2306955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什么是载荷对称性？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对称载荷</a:t>
            </a:r>
            <a:r>
              <a:rPr lang="zh-CN" altLang="en-US"/>
              <a:t>：结构在某种操作后不变，载荷在同样操作后也不变</a:t>
            </a:r>
            <a:endParaRPr lang="en-US" altLang="zh-CN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76752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44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70727" y="1283394"/>
            <a:ext cx="2306955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65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4005064"/>
            <a:ext cx="2313623" cy="2193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757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73336" y="4005064"/>
            <a:ext cx="2306955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什么是载荷对称性？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反对称载荷：</a:t>
            </a:r>
            <a:r>
              <a:rPr lang="zh-CN" altLang="en-US"/>
              <a:t>载荷在同样操作后仅符号相反</a:t>
            </a:r>
            <a:endParaRPr lang="en-US" altLang="zh-CN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12776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什么是载荷对称性？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反对称载荷</a:t>
            </a:r>
            <a:r>
              <a:rPr lang="zh-CN" altLang="en-US"/>
              <a:t>：载荷在同样操作后仅符号相反</a:t>
            </a:r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76752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44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70727" y="1283394"/>
            <a:ext cx="2306955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85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001" y="3717032"/>
            <a:ext cx="2306955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7-5 </a:t>
            </a:r>
            <a:r>
              <a:rPr lang="zh-CN" altLang="en-US" dirty="0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 dirty="0"/>
              <a:t>一、基本概念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对称：某种操作后的不变性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什么是对称结构？</a:t>
            </a:r>
            <a:endParaRPr lang="en-US" altLang="zh-CN" dirty="0"/>
          </a:p>
          <a:p>
            <a:pPr lvl="2"/>
            <a:r>
              <a:rPr lang="zh-CN" altLang="en-US" dirty="0"/>
              <a:t>几何形式和支撑情况对称</a:t>
            </a:r>
            <a:endParaRPr lang="en-US" altLang="zh-CN" dirty="0"/>
          </a:p>
          <a:p>
            <a:pPr lvl="2"/>
            <a:r>
              <a:rPr lang="zh-CN" altLang="en-US" dirty="0"/>
              <a:t>截面和材料性质</a:t>
            </a:r>
            <a:r>
              <a:rPr lang="zh-CN" altLang="en-US" dirty="0">
                <a:solidFill>
                  <a:srgbClr val="0070C0"/>
                </a:solidFill>
              </a:rPr>
              <a:t>相应</a:t>
            </a:r>
            <a:r>
              <a:rPr lang="zh-CN" altLang="en-US" dirty="0"/>
              <a:t>对称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什么是载荷对称性？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对称载荷：结构在某种操作后不变，载荷在同样操作后也不变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反对称载荷</a:t>
            </a:r>
            <a:r>
              <a:rPr lang="zh-CN" altLang="en-US" dirty="0"/>
              <a:t>：载荷在同样操作后仅符号相反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2334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7984" y="1476752"/>
            <a:ext cx="2433638" cy="224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85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001" y="1283394"/>
            <a:ext cx="2306955" cy="243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85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4005064"/>
            <a:ext cx="2313623" cy="2193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859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1001" y="4005064"/>
            <a:ext cx="2306955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/>
              <a:t>什么是载荷对称性？</a:t>
            </a:r>
            <a:endParaRPr lang="en-US" altLang="zh-CN"/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/>
              <a:t>反对称载荷：载荷在同样操作后仅符号相反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>
                <a:solidFill>
                  <a:srgbClr val="FF0000"/>
                </a:solidFill>
              </a:rPr>
              <a:t>右侧载荷是对称载荷、反对称载荷，还是一般载荷？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396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556792"/>
            <a:ext cx="230695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96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2708920"/>
            <a:ext cx="2306955" cy="653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96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3789040"/>
            <a:ext cx="2306955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962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5137174"/>
            <a:ext cx="2306955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5137174"/>
            <a:ext cx="2306955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06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789040"/>
            <a:ext cx="2306955" cy="110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4031679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/>
              <a:t>什么是载荷对称性？</a:t>
            </a:r>
            <a:endParaRPr lang="en-US" altLang="zh-CN"/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/>
              <a:t>反对称载荷：载荷在同样操作后仅符号相反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>
                <a:solidFill>
                  <a:srgbClr val="FF0000"/>
                </a:solidFill>
              </a:rPr>
              <a:t>右侧载荷是对称载荷、反对称载荷，还是一般载荷？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396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32040" y="1556792"/>
            <a:ext cx="2306955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组合 9"/>
          <p:cNvGrpSpPr/>
          <p:nvPr/>
        </p:nvGrpSpPr>
        <p:grpSpPr>
          <a:xfrm>
            <a:off x="8100392" y="1628800"/>
            <a:ext cx="432048" cy="792088"/>
            <a:chOff x="8100392" y="1772816"/>
            <a:chExt cx="432048" cy="792088"/>
          </a:xfrm>
        </p:grpSpPr>
        <p:sp>
          <p:nvSpPr>
            <p:cNvPr id="8" name="TextBox 7"/>
            <p:cNvSpPr txBox="1"/>
            <p:nvPr/>
          </p:nvSpPr>
          <p:spPr>
            <a:xfrm>
              <a:off x="8100392" y="1844824"/>
              <a:ext cx="4154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</a:rPr>
                <a:t>对</a:t>
              </a:r>
              <a:endParaRPr lang="en-US" altLang="zh-CN" b="1">
                <a:solidFill>
                  <a:srgbClr val="FF0000"/>
                </a:solidFill>
              </a:endParaRPr>
            </a:p>
            <a:p>
              <a:r>
                <a:rPr lang="zh-CN" altLang="en-US" b="1">
                  <a:solidFill>
                    <a:srgbClr val="FF0000"/>
                  </a:solidFill>
                </a:rPr>
                <a:t>称</a:t>
              </a: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8100392" y="1772816"/>
              <a:ext cx="432048" cy="792088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100392" y="2564904"/>
            <a:ext cx="432048" cy="1008112"/>
            <a:chOff x="8100392" y="2780928"/>
            <a:chExt cx="432048" cy="1008112"/>
          </a:xfrm>
        </p:grpSpPr>
        <p:sp>
          <p:nvSpPr>
            <p:cNvPr id="12" name="TextBox 11"/>
            <p:cNvSpPr txBox="1"/>
            <p:nvPr/>
          </p:nvSpPr>
          <p:spPr>
            <a:xfrm>
              <a:off x="8100392" y="2811750"/>
              <a:ext cx="41549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</a:rPr>
                <a:t>反</a:t>
              </a:r>
              <a:endParaRPr lang="en-US" altLang="zh-CN" b="1">
                <a:solidFill>
                  <a:srgbClr val="FF0000"/>
                </a:solidFill>
              </a:endParaRPr>
            </a:p>
            <a:p>
              <a:r>
                <a:rPr lang="zh-CN" altLang="en-US" b="1">
                  <a:solidFill>
                    <a:srgbClr val="FF0000"/>
                  </a:solidFill>
                </a:rPr>
                <a:t>对</a:t>
              </a:r>
              <a:endParaRPr lang="en-US" altLang="zh-CN" b="1">
                <a:solidFill>
                  <a:srgbClr val="FF0000"/>
                </a:solidFill>
              </a:endParaRPr>
            </a:p>
            <a:p>
              <a:r>
                <a:rPr lang="zh-CN" altLang="en-US" b="1">
                  <a:solidFill>
                    <a:srgbClr val="FF0000"/>
                  </a:solidFill>
                </a:rPr>
                <a:t>称</a:t>
              </a: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8100392" y="2780928"/>
              <a:ext cx="432048" cy="1008112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100392" y="3717032"/>
            <a:ext cx="432048" cy="1008112"/>
            <a:chOff x="8100392" y="2780928"/>
            <a:chExt cx="432048" cy="1008112"/>
          </a:xfrm>
        </p:grpSpPr>
        <p:sp>
          <p:nvSpPr>
            <p:cNvPr id="16" name="TextBox 15"/>
            <p:cNvSpPr txBox="1"/>
            <p:nvPr/>
          </p:nvSpPr>
          <p:spPr>
            <a:xfrm>
              <a:off x="8100392" y="2811750"/>
              <a:ext cx="41549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</a:rPr>
                <a:t>反</a:t>
              </a:r>
              <a:endParaRPr lang="en-US" altLang="zh-CN" b="1">
                <a:solidFill>
                  <a:srgbClr val="FF0000"/>
                </a:solidFill>
              </a:endParaRPr>
            </a:p>
            <a:p>
              <a:r>
                <a:rPr lang="zh-CN" altLang="en-US" b="1">
                  <a:solidFill>
                    <a:srgbClr val="FF0000"/>
                  </a:solidFill>
                </a:rPr>
                <a:t>对</a:t>
              </a:r>
              <a:endParaRPr lang="en-US" altLang="zh-CN" b="1">
                <a:solidFill>
                  <a:srgbClr val="FF0000"/>
                </a:solidFill>
              </a:endParaRPr>
            </a:p>
            <a:p>
              <a:r>
                <a:rPr lang="zh-CN" altLang="en-US" b="1">
                  <a:solidFill>
                    <a:srgbClr val="FF0000"/>
                  </a:solidFill>
                </a:rPr>
                <a:t>称</a:t>
              </a:r>
            </a:p>
          </p:txBody>
        </p:sp>
        <p:sp>
          <p:nvSpPr>
            <p:cNvPr id="17" name="椭圆 16"/>
            <p:cNvSpPr/>
            <p:nvPr/>
          </p:nvSpPr>
          <p:spPr bwMode="auto">
            <a:xfrm>
              <a:off x="8100392" y="2780928"/>
              <a:ext cx="432048" cy="1008112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100392" y="4941168"/>
            <a:ext cx="432048" cy="1008112"/>
            <a:chOff x="8100392" y="2780928"/>
            <a:chExt cx="432048" cy="1008112"/>
          </a:xfrm>
        </p:grpSpPr>
        <p:sp>
          <p:nvSpPr>
            <p:cNvPr id="19" name="TextBox 18"/>
            <p:cNvSpPr txBox="1"/>
            <p:nvPr/>
          </p:nvSpPr>
          <p:spPr>
            <a:xfrm>
              <a:off x="8100392" y="2811750"/>
              <a:ext cx="41549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FF0000"/>
                  </a:solidFill>
                </a:rPr>
                <a:t>反</a:t>
              </a:r>
              <a:endParaRPr lang="en-US" altLang="zh-CN" b="1">
                <a:solidFill>
                  <a:srgbClr val="FF0000"/>
                </a:solidFill>
              </a:endParaRPr>
            </a:p>
            <a:p>
              <a:r>
                <a:rPr lang="zh-CN" altLang="en-US" b="1">
                  <a:solidFill>
                    <a:srgbClr val="FF0000"/>
                  </a:solidFill>
                </a:rPr>
                <a:t>对</a:t>
              </a:r>
              <a:endParaRPr lang="en-US" altLang="zh-CN" b="1">
                <a:solidFill>
                  <a:srgbClr val="FF0000"/>
                </a:solidFill>
              </a:endParaRPr>
            </a:p>
            <a:p>
              <a:r>
                <a:rPr lang="zh-CN" altLang="en-US" b="1">
                  <a:solidFill>
                    <a:srgbClr val="FF0000"/>
                  </a:solidFill>
                </a:rPr>
                <a:t>称</a:t>
              </a:r>
            </a:p>
          </p:txBody>
        </p:sp>
        <p:sp>
          <p:nvSpPr>
            <p:cNvPr id="20" name="椭圆 19"/>
            <p:cNvSpPr/>
            <p:nvPr/>
          </p:nvSpPr>
          <p:spPr bwMode="auto">
            <a:xfrm>
              <a:off x="8100392" y="2780928"/>
              <a:ext cx="432048" cy="1008112"/>
            </a:xfrm>
            <a:prstGeom prst="ellips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</p:grpSp>
      <p:pic>
        <p:nvPicPr>
          <p:cNvPr id="240642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32040" y="2708920"/>
            <a:ext cx="2306955" cy="66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208143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/>
              <a:t>什么是载荷对称性？</a:t>
            </a:r>
            <a:endParaRPr lang="en-US" altLang="zh-CN"/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/>
              <a:t>反对称载荷：载荷在同样操作后仅符号相反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内力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约束反力的对称性</a:t>
            </a:r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pic>
        <p:nvPicPr>
          <p:cNvPr id="22426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556792"/>
            <a:ext cx="2160270" cy="2206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04248" y="1556792"/>
            <a:ext cx="2160270" cy="2206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208143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/>
              <a:t>什么是载荷对称性？</a:t>
            </a:r>
            <a:endParaRPr lang="en-US" altLang="zh-CN"/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/>
              <a:t>反对称载荷：载荷在同样操作后仅符号相反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内力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约束反力的对称性</a:t>
            </a:r>
            <a:r>
              <a:rPr lang="en-US" altLang="zh-CN"/>
              <a:t>	</a:t>
            </a: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对称内力：如轴力、弯矩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556792"/>
            <a:ext cx="2160270" cy="2206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1556792"/>
            <a:ext cx="2406968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208143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/>
              <a:t>什么是载荷对称性？</a:t>
            </a:r>
            <a:endParaRPr lang="en-US" altLang="zh-CN"/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/>
              <a:t>反对称载荷：载荷在同样操作后仅符号相反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内力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约束反力的对称性</a:t>
            </a:r>
            <a:r>
              <a:rPr lang="en-US" altLang="zh-CN"/>
              <a:t>	</a:t>
            </a:r>
          </a:p>
          <a:p>
            <a:pPr lvl="2"/>
            <a:r>
              <a:rPr lang="zh-CN" altLang="en-US"/>
              <a:t>对称内力：轴力、弯矩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反对称内力：剪力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556792"/>
            <a:ext cx="2160270" cy="2206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83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1556792"/>
            <a:ext cx="2406968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208143" cy="5040312"/>
          </a:xfrm>
          <a:ln>
            <a:noFill/>
          </a:ln>
        </p:spPr>
        <p:txBody>
          <a:bodyPr/>
          <a:lstStyle/>
          <a:p>
            <a:r>
              <a:rPr lang="zh-CN" altLang="en-US"/>
              <a:t>一、基本概念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对称：某种操作后的不变性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什么是对称结构？</a:t>
            </a:r>
            <a:endParaRPr lang="en-US" altLang="zh-CN"/>
          </a:p>
          <a:p>
            <a:pPr lvl="2"/>
            <a:r>
              <a:rPr lang="zh-CN" altLang="en-US"/>
              <a:t>几何形式和支撑情况对称</a:t>
            </a:r>
            <a:endParaRPr lang="en-US" altLang="zh-CN"/>
          </a:p>
          <a:p>
            <a:pPr lvl="2"/>
            <a:r>
              <a:rPr lang="zh-CN" altLang="en-US"/>
              <a:t>截面和材料性质</a:t>
            </a:r>
            <a:r>
              <a:rPr lang="zh-CN" altLang="en-US">
                <a:solidFill>
                  <a:srgbClr val="0070C0"/>
                </a:solidFill>
              </a:rPr>
              <a:t>相应</a:t>
            </a:r>
            <a:r>
              <a:rPr lang="zh-CN" altLang="en-US"/>
              <a:t>对称</a:t>
            </a:r>
            <a:endParaRPr lang="en-US" altLang="zh-CN"/>
          </a:p>
          <a:p>
            <a:pPr lvl="1"/>
            <a:r>
              <a:rPr lang="zh-CN" altLang="en-US"/>
              <a:t>什么是载荷对称性？</a:t>
            </a:r>
            <a:endParaRPr lang="en-US" altLang="zh-CN"/>
          </a:p>
          <a:p>
            <a:pPr lvl="2"/>
            <a:r>
              <a:rPr lang="zh-CN" altLang="en-US"/>
              <a:t>对称载荷：结构在某种操作后不变，载荷在同样操作后也不变</a:t>
            </a:r>
            <a:endParaRPr lang="en-US" altLang="zh-CN"/>
          </a:p>
          <a:p>
            <a:pPr lvl="2"/>
            <a:r>
              <a:rPr lang="zh-CN" altLang="en-US"/>
              <a:t>反对称载荷：载荷在同样操作后仅符号相反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内力</a:t>
            </a:r>
            <a:r>
              <a:rPr lang="en-US" altLang="zh-CN">
                <a:solidFill>
                  <a:srgbClr val="FF0000"/>
                </a:solidFill>
              </a:rPr>
              <a:t>/</a:t>
            </a:r>
            <a:r>
              <a:rPr lang="zh-CN" altLang="en-US">
                <a:solidFill>
                  <a:srgbClr val="FF0000"/>
                </a:solidFill>
              </a:rPr>
              <a:t>约束反力的对称性</a:t>
            </a:r>
            <a:r>
              <a:rPr lang="en-US" altLang="zh-CN"/>
              <a:t>	</a:t>
            </a:r>
          </a:p>
          <a:p>
            <a:pPr lvl="2"/>
            <a:r>
              <a:rPr lang="zh-CN" altLang="en-US"/>
              <a:t>对称内力：轴力、弯矩</a:t>
            </a:r>
            <a:endParaRPr lang="en-US" altLang="zh-CN"/>
          </a:p>
          <a:p>
            <a:pPr lvl="2"/>
            <a:r>
              <a:rPr lang="zh-CN" altLang="en-US"/>
              <a:t>反对称内力：剪力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pic>
        <p:nvPicPr>
          <p:cNvPr id="2283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1556792"/>
            <a:ext cx="2406968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1556792"/>
            <a:ext cx="2406968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右大括号 6"/>
          <p:cNvSpPr/>
          <p:nvPr/>
        </p:nvSpPr>
        <p:spPr bwMode="auto">
          <a:xfrm>
            <a:off x="4283968" y="5085184"/>
            <a:ext cx="216024" cy="648072"/>
          </a:xfrm>
          <a:prstGeom prst="righ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44008" y="522920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zh-CN" altLang="en-US" b="1">
                <a:solidFill>
                  <a:srgbClr val="FF0000"/>
                </a:solidFill>
              </a:rPr>
              <a:t>沿截面的镜面对称性！</a:t>
            </a:r>
            <a:endParaRPr lang="en-US" altLang="zh-CN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选取对称基本结构</a:t>
            </a:r>
            <a:endParaRPr lang="en-US" altLang="zh-CN"/>
          </a:p>
          <a:p>
            <a:pPr lvl="1"/>
            <a:r>
              <a:rPr lang="zh-CN" altLang="en-US"/>
              <a:t>沿对称面截开</a:t>
            </a:r>
            <a:r>
              <a:rPr lang="en-US" altLang="zh-CN"/>
              <a:t>/</a:t>
            </a:r>
            <a:r>
              <a:rPr lang="zh-CN" altLang="en-US"/>
              <a:t>释放对称约束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314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1556792"/>
            <a:ext cx="2366963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14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1402502"/>
            <a:ext cx="2200275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选取对称基本结构</a:t>
            </a:r>
            <a:endParaRPr lang="en-US" altLang="zh-CN"/>
          </a:p>
          <a:p>
            <a:pPr lvl="1"/>
            <a:r>
              <a:rPr lang="zh-CN" altLang="en-US"/>
              <a:t>沿对称面截开</a:t>
            </a:r>
            <a:r>
              <a:rPr lang="en-US" altLang="zh-CN"/>
              <a:t>/</a:t>
            </a:r>
            <a:r>
              <a:rPr lang="zh-CN" altLang="en-US"/>
              <a:t>释放对称约束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314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556792"/>
            <a:ext cx="2366963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14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76256" y="1402502"/>
            <a:ext cx="2200275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2450" name="Object 3"/>
          <p:cNvGraphicFramePr>
            <a:graphicFrameLocks noChangeAspect="1"/>
          </p:cNvGraphicFramePr>
          <p:nvPr/>
        </p:nvGraphicFramePr>
        <p:xfrm>
          <a:off x="1403648" y="3806106"/>
          <a:ext cx="2887662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668" name="Equation" r:id="rId5" imgW="2095200" imgH="825480" progId="Equation.DSMT4">
                  <p:embed/>
                </p:oleObj>
              </mc:Choice>
              <mc:Fallback>
                <p:oleObj name="Equation" r:id="rId5" imgW="2095200" imgH="825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806106"/>
                        <a:ext cx="2887662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选取对称基本结构</a:t>
            </a:r>
            <a:endParaRPr lang="en-US" altLang="zh-CN"/>
          </a:p>
          <a:p>
            <a:pPr lvl="1"/>
            <a:r>
              <a:rPr lang="zh-CN" altLang="en-US"/>
              <a:t>沿对称面截开</a:t>
            </a:r>
            <a:r>
              <a:rPr lang="en-US" altLang="zh-CN"/>
              <a:t>/</a:t>
            </a:r>
            <a:r>
              <a:rPr lang="zh-CN" altLang="en-US"/>
              <a:t>释放对称约束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314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9718" y="1268760"/>
            <a:ext cx="2200275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2450" name="Object 3"/>
          <p:cNvGraphicFramePr>
            <a:graphicFrameLocks noChangeAspect="1"/>
          </p:cNvGraphicFramePr>
          <p:nvPr/>
        </p:nvGraphicFramePr>
        <p:xfrm>
          <a:off x="1403648" y="3806106"/>
          <a:ext cx="2887662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17" name="Equation" r:id="rId4" imgW="2095200" imgH="825480" progId="Equation.DSMT4">
                  <p:embed/>
                </p:oleObj>
              </mc:Choice>
              <mc:Fallback>
                <p:oleObj name="Equation" r:id="rId4" imgW="2095200" imgH="825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806106"/>
                        <a:ext cx="2887662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7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97040" y="1439813"/>
            <a:ext cx="234696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85104" y="3202702"/>
            <a:ext cx="1993582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914505" y="3356992"/>
            <a:ext cx="2060257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3479" name="Object 3"/>
          <p:cNvGraphicFramePr>
            <a:graphicFrameLocks noChangeAspect="1"/>
          </p:cNvGraphicFramePr>
          <p:nvPr/>
        </p:nvGraphicFramePr>
        <p:xfrm>
          <a:off x="1547664" y="4972080"/>
          <a:ext cx="2554287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18" name="Equation" r:id="rId9" imgW="1854000" imgH="241200" progId="Equation.DSMT4">
                  <p:embed/>
                </p:oleObj>
              </mc:Choice>
              <mc:Fallback>
                <p:oleObj name="Equation" r:id="rId9" imgW="185400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972080"/>
                        <a:ext cx="2554287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0" name="Object 7"/>
          <p:cNvGraphicFramePr>
            <a:graphicFrameLocks noChangeAspect="1"/>
          </p:cNvGraphicFramePr>
          <p:nvPr/>
        </p:nvGraphicFramePr>
        <p:xfrm>
          <a:off x="8028384" y="2852936"/>
          <a:ext cx="344488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19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384" y="2852936"/>
                        <a:ext cx="344488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1" name="Object 7"/>
          <p:cNvGraphicFramePr>
            <a:graphicFrameLocks noChangeAspect="1"/>
          </p:cNvGraphicFramePr>
          <p:nvPr/>
        </p:nvGraphicFramePr>
        <p:xfrm>
          <a:off x="5723806" y="4797152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20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3806" y="4797152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3" name="Object 7"/>
          <p:cNvGraphicFramePr>
            <a:graphicFrameLocks noChangeAspect="1"/>
          </p:cNvGraphicFramePr>
          <p:nvPr/>
        </p:nvGraphicFramePr>
        <p:xfrm>
          <a:off x="8028384" y="4797152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9821" name="Equation" r:id="rId15" imgW="279360" imgH="241200" progId="Equation.DSMT4">
                  <p:embed/>
                </p:oleObj>
              </mc:Choice>
              <mc:Fallback>
                <p:oleObj name="Equation" r:id="rId15" imgW="279360" imgH="2412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8384" y="4797152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选取对称基本结构</a:t>
            </a:r>
            <a:endParaRPr lang="en-US" altLang="zh-CN"/>
          </a:p>
          <a:p>
            <a:pPr lvl="1"/>
            <a:r>
              <a:rPr lang="zh-CN" altLang="en-US"/>
              <a:t>沿对称面截开</a:t>
            </a:r>
            <a:r>
              <a:rPr lang="en-US" altLang="zh-CN"/>
              <a:t>/</a:t>
            </a:r>
            <a:r>
              <a:rPr lang="zh-CN" altLang="en-US"/>
              <a:t>释放对称约束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314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9718" y="1268760"/>
            <a:ext cx="2200275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2450" name="Object 3"/>
          <p:cNvGraphicFramePr>
            <a:graphicFrameLocks noChangeAspect="1"/>
          </p:cNvGraphicFramePr>
          <p:nvPr/>
        </p:nvGraphicFramePr>
        <p:xfrm>
          <a:off x="1403648" y="3806106"/>
          <a:ext cx="2887662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50" name="Equation" r:id="rId4" imgW="2095200" imgH="825480" progId="Equation.DSMT4">
                  <p:embed/>
                </p:oleObj>
              </mc:Choice>
              <mc:Fallback>
                <p:oleObj name="Equation" r:id="rId4" imgW="2095200" imgH="825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806106"/>
                        <a:ext cx="2887662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7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97040" y="1439813"/>
            <a:ext cx="234696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85104" y="3202702"/>
            <a:ext cx="1993582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914505" y="3356992"/>
            <a:ext cx="2060257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3479" name="Object 3"/>
          <p:cNvGraphicFramePr>
            <a:graphicFrameLocks noChangeAspect="1"/>
          </p:cNvGraphicFramePr>
          <p:nvPr/>
        </p:nvGraphicFramePr>
        <p:xfrm>
          <a:off x="1763688" y="4969421"/>
          <a:ext cx="2554287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51" name="Equation" r:id="rId9" imgW="1854000" imgH="241200" progId="Equation.DSMT4">
                  <p:embed/>
                </p:oleObj>
              </mc:Choice>
              <mc:Fallback>
                <p:oleObj name="Equation" r:id="rId9" imgW="18540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969421"/>
                        <a:ext cx="2554287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0" name="Object 3"/>
          <p:cNvGraphicFramePr>
            <a:graphicFrameLocks noChangeAspect="1"/>
          </p:cNvGraphicFramePr>
          <p:nvPr/>
        </p:nvGraphicFramePr>
        <p:xfrm>
          <a:off x="1403648" y="5301208"/>
          <a:ext cx="218757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52" name="Equation" r:id="rId11" imgW="1587240" imgH="825480" progId="Equation.DSMT4">
                  <p:embed/>
                </p:oleObj>
              </mc:Choice>
              <mc:Fallback>
                <p:oleObj name="Equation" r:id="rId11" imgW="1587240" imgH="825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301208"/>
                        <a:ext cx="2187575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左弧形箭头 10"/>
          <p:cNvSpPr/>
          <p:nvPr/>
        </p:nvSpPr>
        <p:spPr bwMode="auto">
          <a:xfrm>
            <a:off x="971600" y="4725144"/>
            <a:ext cx="360040" cy="1008112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2" name="右箭头 11"/>
          <p:cNvSpPr/>
          <p:nvPr/>
        </p:nvSpPr>
        <p:spPr bwMode="auto">
          <a:xfrm rot="10800000">
            <a:off x="1043608" y="5085184"/>
            <a:ext cx="648072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234501" name="Object 7"/>
          <p:cNvGraphicFramePr>
            <a:graphicFrameLocks noChangeAspect="1"/>
          </p:cNvGraphicFramePr>
          <p:nvPr/>
        </p:nvGraphicFramePr>
        <p:xfrm>
          <a:off x="8027988" y="2852738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53" name="Equation" r:id="rId13" imgW="266400" imgH="241200" progId="Equation.DSMT4">
                  <p:embed/>
                </p:oleObj>
              </mc:Choice>
              <mc:Fallback>
                <p:oleObj name="Equation" r:id="rId13" imgW="26640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2852738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2" name="Object 7"/>
          <p:cNvGraphicFramePr>
            <a:graphicFrameLocks noChangeAspect="1"/>
          </p:cNvGraphicFramePr>
          <p:nvPr/>
        </p:nvGraphicFramePr>
        <p:xfrm>
          <a:off x="5724525" y="4797425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54" name="Equation" r:id="rId15" imgW="279360" imgH="241200" progId="Equation.DSMT4">
                  <p:embed/>
                </p:oleObj>
              </mc:Choice>
              <mc:Fallback>
                <p:oleObj name="Equation" r:id="rId15" imgW="27936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797425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3" name="Object 7"/>
          <p:cNvGraphicFramePr>
            <a:graphicFrameLocks noChangeAspect="1"/>
          </p:cNvGraphicFramePr>
          <p:nvPr/>
        </p:nvGraphicFramePr>
        <p:xfrm>
          <a:off x="8027988" y="4797425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9555" name="Equation" r:id="rId17" imgW="279360" imgH="241200" progId="Equation.DSMT4">
                  <p:embed/>
                </p:oleObj>
              </mc:Choice>
              <mc:Fallback>
                <p:oleObj name="Equation" r:id="rId17" imgW="27936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797425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选取对称基本结构</a:t>
            </a:r>
            <a:endParaRPr lang="en-US" altLang="zh-CN"/>
          </a:p>
          <a:p>
            <a:pPr lvl="1"/>
            <a:r>
              <a:rPr lang="zh-CN" altLang="en-US"/>
              <a:t>沿对称面截开</a:t>
            </a:r>
            <a:r>
              <a:rPr lang="en-US" altLang="zh-CN"/>
              <a:t>/</a:t>
            </a:r>
            <a:r>
              <a:rPr lang="zh-CN" altLang="en-US"/>
              <a:t>释放对称约束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2314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89718" y="1268760"/>
            <a:ext cx="2200275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2450" name="Object 3"/>
          <p:cNvGraphicFramePr>
            <a:graphicFrameLocks noChangeAspect="1"/>
          </p:cNvGraphicFramePr>
          <p:nvPr/>
        </p:nvGraphicFramePr>
        <p:xfrm>
          <a:off x="1403648" y="3806106"/>
          <a:ext cx="2887662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574" name="Equation" r:id="rId4" imgW="2095200" imgH="825480" progId="Equation.DSMT4">
                  <p:embed/>
                </p:oleObj>
              </mc:Choice>
              <mc:Fallback>
                <p:oleObj name="Equation" r:id="rId4" imgW="2095200" imgH="8254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806106"/>
                        <a:ext cx="2887662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347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97040" y="1439813"/>
            <a:ext cx="234696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685104" y="3202702"/>
            <a:ext cx="1993582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8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914505" y="3356992"/>
            <a:ext cx="2060257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3479" name="Object 3"/>
          <p:cNvGraphicFramePr>
            <a:graphicFrameLocks noChangeAspect="1"/>
          </p:cNvGraphicFramePr>
          <p:nvPr/>
        </p:nvGraphicFramePr>
        <p:xfrm>
          <a:off x="1763688" y="4969421"/>
          <a:ext cx="2554287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575" name="Equation" r:id="rId9" imgW="1854000" imgH="241200" progId="Equation.DSMT4">
                  <p:embed/>
                </p:oleObj>
              </mc:Choice>
              <mc:Fallback>
                <p:oleObj name="Equation" r:id="rId9" imgW="18540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969421"/>
                        <a:ext cx="2554287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500" name="Object 3"/>
          <p:cNvGraphicFramePr>
            <a:graphicFrameLocks noChangeAspect="1"/>
          </p:cNvGraphicFramePr>
          <p:nvPr/>
        </p:nvGraphicFramePr>
        <p:xfrm>
          <a:off x="1403648" y="5301208"/>
          <a:ext cx="218757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576" name="Equation" r:id="rId11" imgW="1587240" imgH="825480" progId="Equation.DSMT4">
                  <p:embed/>
                </p:oleObj>
              </mc:Choice>
              <mc:Fallback>
                <p:oleObj name="Equation" r:id="rId11" imgW="158724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301208"/>
                        <a:ext cx="2187575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左弧形箭头 10"/>
          <p:cNvSpPr/>
          <p:nvPr/>
        </p:nvSpPr>
        <p:spPr bwMode="auto">
          <a:xfrm>
            <a:off x="971600" y="4725144"/>
            <a:ext cx="360040" cy="1008112"/>
          </a:xfrm>
          <a:prstGeom prst="curv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2" name="右箭头 11"/>
          <p:cNvSpPr/>
          <p:nvPr/>
        </p:nvSpPr>
        <p:spPr bwMode="auto">
          <a:xfrm rot="10800000">
            <a:off x="1043608" y="5085184"/>
            <a:ext cx="648072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79912" y="551723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一组只含对称未知力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709" y="6011996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一组只含反对称未知力</a:t>
            </a:r>
          </a:p>
        </p:txBody>
      </p:sp>
      <p:sp>
        <p:nvSpPr>
          <p:cNvPr id="15" name="右大括号 14"/>
          <p:cNvSpPr/>
          <p:nvPr/>
        </p:nvSpPr>
        <p:spPr bwMode="auto">
          <a:xfrm>
            <a:off x="6227891" y="5589240"/>
            <a:ext cx="216024" cy="648072"/>
          </a:xfrm>
          <a:prstGeom prst="righ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87931" y="5733256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/>
            <a:r>
              <a:rPr lang="zh-CN" altLang="en-US" b="1">
                <a:solidFill>
                  <a:srgbClr val="FF0000"/>
                </a:solidFill>
              </a:rPr>
              <a:t>力法方程的分解</a:t>
            </a:r>
            <a:endParaRPr lang="en-US" altLang="zh-CN" b="1">
              <a:solidFill>
                <a:srgbClr val="FF0000"/>
              </a:solidFill>
            </a:endParaRPr>
          </a:p>
        </p:txBody>
      </p:sp>
      <p:graphicFrame>
        <p:nvGraphicFramePr>
          <p:cNvPr id="235525" name="Object 7"/>
          <p:cNvGraphicFramePr>
            <a:graphicFrameLocks noChangeAspect="1"/>
          </p:cNvGraphicFramePr>
          <p:nvPr/>
        </p:nvGraphicFramePr>
        <p:xfrm>
          <a:off x="8027988" y="2852738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577" name="Equation" r:id="rId13" imgW="266400" imgH="241200" progId="Equation.DSMT4">
                  <p:embed/>
                </p:oleObj>
              </mc:Choice>
              <mc:Fallback>
                <p:oleObj name="Equation" r:id="rId13" imgW="26640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2852738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6" name="Object 7"/>
          <p:cNvGraphicFramePr>
            <a:graphicFrameLocks noChangeAspect="1"/>
          </p:cNvGraphicFramePr>
          <p:nvPr/>
        </p:nvGraphicFramePr>
        <p:xfrm>
          <a:off x="5724525" y="4797425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578" name="Equation" r:id="rId15" imgW="279360" imgH="241200" progId="Equation.DSMT4">
                  <p:embed/>
                </p:oleObj>
              </mc:Choice>
              <mc:Fallback>
                <p:oleObj name="Equation" r:id="rId15" imgW="27936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797425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8027988" y="4797425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0579" name="Equation" r:id="rId17" imgW="279360" imgH="241200" progId="Equation.DSMT4">
                  <p:embed/>
                </p:oleObj>
              </mc:Choice>
              <mc:Fallback>
                <p:oleObj name="Equation" r:id="rId17" imgW="27936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797425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选取对称基本结构</a:t>
            </a:r>
            <a:endParaRPr lang="en-US" altLang="zh-CN"/>
          </a:p>
          <a:p>
            <a:pPr lvl="1"/>
            <a:r>
              <a:rPr lang="zh-CN" altLang="en-US"/>
              <a:t>沿对称面截开</a:t>
            </a:r>
            <a:r>
              <a:rPr lang="en-US" altLang="zh-CN"/>
              <a:t>/</a:t>
            </a:r>
            <a:r>
              <a:rPr lang="zh-CN" altLang="en-US"/>
              <a:t>释放对称约束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对称载荷                                   反对称未知量为零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334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7040" y="1439813"/>
            <a:ext cx="234696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5104" y="3202702"/>
            <a:ext cx="1993582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14505" y="3356992"/>
            <a:ext cx="2060257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4500" name="Object 3"/>
          <p:cNvGraphicFramePr>
            <a:graphicFrameLocks noChangeAspect="1"/>
          </p:cNvGraphicFramePr>
          <p:nvPr/>
        </p:nvGraphicFramePr>
        <p:xfrm>
          <a:off x="1403648" y="3861048"/>
          <a:ext cx="218757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98" name="Equation" r:id="rId6" imgW="1587240" imgH="825480" progId="Equation.DSMT4">
                  <p:embed/>
                </p:oleObj>
              </mc:Choice>
              <mc:Fallback>
                <p:oleObj name="Equation" r:id="rId6" imgW="158724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861048"/>
                        <a:ext cx="2187575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5" name="Object 7"/>
          <p:cNvGraphicFramePr>
            <a:graphicFrameLocks noChangeAspect="1"/>
          </p:cNvGraphicFramePr>
          <p:nvPr/>
        </p:nvGraphicFramePr>
        <p:xfrm>
          <a:off x="8027988" y="2852738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99" name="Equation" r:id="rId8" imgW="266400" imgH="241200" progId="Equation.DSMT4">
                  <p:embed/>
                </p:oleObj>
              </mc:Choice>
              <mc:Fallback>
                <p:oleObj name="Equation" r:id="rId8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2852738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6" name="Object 7"/>
          <p:cNvGraphicFramePr>
            <a:graphicFrameLocks noChangeAspect="1"/>
          </p:cNvGraphicFramePr>
          <p:nvPr/>
        </p:nvGraphicFramePr>
        <p:xfrm>
          <a:off x="5724525" y="4797425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00" name="Equation" r:id="rId10" imgW="279360" imgH="241200" progId="Equation.DSMT4">
                  <p:embed/>
                </p:oleObj>
              </mc:Choice>
              <mc:Fallback>
                <p:oleObj name="Equation" r:id="rId10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797425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8027988" y="4797425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01" name="Equation" r:id="rId12" imgW="279360" imgH="241200" progId="Equation.DSMT4">
                  <p:embed/>
                </p:oleObj>
              </mc:Choice>
              <mc:Fallback>
                <p:oleObj name="Equation" r:id="rId12" imgW="2793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797425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3" name="Object 4"/>
          <p:cNvGraphicFramePr>
            <a:graphicFrameLocks noChangeAspect="1"/>
          </p:cNvGraphicFramePr>
          <p:nvPr/>
        </p:nvGraphicFramePr>
        <p:xfrm>
          <a:off x="2987824" y="5476046"/>
          <a:ext cx="6651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02" name="Equation" r:id="rId14" imgW="482400" imgH="241200" progId="Equation.DSMT4">
                  <p:embed/>
                </p:oleObj>
              </mc:Choice>
              <mc:Fallback>
                <p:oleObj name="Equation" r:id="rId14" imgW="48240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5476046"/>
                        <a:ext cx="665163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4" name="Object 4"/>
          <p:cNvGraphicFramePr>
            <a:graphicFrameLocks noChangeAspect="1"/>
          </p:cNvGraphicFramePr>
          <p:nvPr/>
        </p:nvGraphicFramePr>
        <p:xfrm>
          <a:off x="3995936" y="5473477"/>
          <a:ext cx="6127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603" name="Equation" r:id="rId16" imgW="444240" imgH="241200" progId="Equation.DSMT4">
                  <p:embed/>
                </p:oleObj>
              </mc:Choice>
              <mc:Fallback>
                <p:oleObj name="Equation" r:id="rId16" imgW="44424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5473477"/>
                        <a:ext cx="612775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右箭头 22"/>
          <p:cNvSpPr/>
          <p:nvPr/>
        </p:nvSpPr>
        <p:spPr bwMode="auto">
          <a:xfrm>
            <a:off x="3728452" y="5548054"/>
            <a:ext cx="21602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38604" name="Picture 12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4615036" y="1226697"/>
            <a:ext cx="2106930" cy="2006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选取对称基本结构</a:t>
            </a:r>
            <a:endParaRPr lang="en-US" altLang="zh-CN"/>
          </a:p>
          <a:p>
            <a:pPr lvl="1"/>
            <a:r>
              <a:rPr lang="zh-CN" altLang="en-US"/>
              <a:t>沿对称面截开</a:t>
            </a:r>
            <a:r>
              <a:rPr lang="en-US" altLang="zh-CN"/>
              <a:t>/</a:t>
            </a:r>
            <a:r>
              <a:rPr lang="zh-CN" altLang="en-US"/>
              <a:t>释放对称约束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2"/>
            <a:r>
              <a:rPr lang="zh-CN" altLang="en-US"/>
              <a:t>对称载荷                                   反对称未知量为零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反对称载荷                                   对称未知量为零</a:t>
            </a:r>
            <a:endParaRPr lang="en-US" altLang="zh-CN"/>
          </a:p>
          <a:p>
            <a:pPr lvl="2"/>
            <a:endParaRPr lang="en-US" altLang="zh-CN"/>
          </a:p>
        </p:txBody>
      </p:sp>
      <p:pic>
        <p:nvPicPr>
          <p:cNvPr id="2334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7040" y="1439813"/>
            <a:ext cx="234696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5104" y="3202702"/>
            <a:ext cx="1993582" cy="2073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347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14505" y="3356992"/>
            <a:ext cx="2060257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34500" name="Object 3"/>
          <p:cNvGraphicFramePr>
            <a:graphicFrameLocks noChangeAspect="1"/>
          </p:cNvGraphicFramePr>
          <p:nvPr/>
        </p:nvGraphicFramePr>
        <p:xfrm>
          <a:off x="1403648" y="3861048"/>
          <a:ext cx="218757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86" name="Equation" r:id="rId6" imgW="1587240" imgH="825480" progId="Equation.DSMT4">
                  <p:embed/>
                </p:oleObj>
              </mc:Choice>
              <mc:Fallback>
                <p:oleObj name="Equation" r:id="rId6" imgW="158724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861048"/>
                        <a:ext cx="2187575" cy="1135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5" name="Object 7"/>
          <p:cNvGraphicFramePr>
            <a:graphicFrameLocks noChangeAspect="1"/>
          </p:cNvGraphicFramePr>
          <p:nvPr/>
        </p:nvGraphicFramePr>
        <p:xfrm>
          <a:off x="8027988" y="2852738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87" name="Equation" r:id="rId8" imgW="266400" imgH="241200" progId="Equation.DSMT4">
                  <p:embed/>
                </p:oleObj>
              </mc:Choice>
              <mc:Fallback>
                <p:oleObj name="Equation" r:id="rId8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2852738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6" name="Object 7"/>
          <p:cNvGraphicFramePr>
            <a:graphicFrameLocks noChangeAspect="1"/>
          </p:cNvGraphicFramePr>
          <p:nvPr/>
        </p:nvGraphicFramePr>
        <p:xfrm>
          <a:off x="5724525" y="4797425"/>
          <a:ext cx="36036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88" name="Equation" r:id="rId10" imgW="279360" imgH="241200" progId="Equation.DSMT4">
                  <p:embed/>
                </p:oleObj>
              </mc:Choice>
              <mc:Fallback>
                <p:oleObj name="Equation" r:id="rId10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4797425"/>
                        <a:ext cx="360363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27" name="Object 7"/>
          <p:cNvGraphicFramePr>
            <a:graphicFrameLocks noChangeAspect="1"/>
          </p:cNvGraphicFramePr>
          <p:nvPr/>
        </p:nvGraphicFramePr>
        <p:xfrm>
          <a:off x="8027988" y="4797425"/>
          <a:ext cx="360362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89" name="Equation" r:id="rId12" imgW="279360" imgH="241200" progId="Equation.DSMT4">
                  <p:embed/>
                </p:oleObj>
              </mc:Choice>
              <mc:Fallback>
                <p:oleObj name="Equation" r:id="rId12" imgW="2793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4797425"/>
                        <a:ext cx="360362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3" name="Object 4"/>
          <p:cNvGraphicFramePr>
            <a:graphicFrameLocks noChangeAspect="1"/>
          </p:cNvGraphicFramePr>
          <p:nvPr/>
        </p:nvGraphicFramePr>
        <p:xfrm>
          <a:off x="2987824" y="5476046"/>
          <a:ext cx="665163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90" name="Equation" r:id="rId14" imgW="482400" imgH="241200" progId="Equation.DSMT4">
                  <p:embed/>
                </p:oleObj>
              </mc:Choice>
              <mc:Fallback>
                <p:oleObj name="Equation" r:id="rId14" imgW="48240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824" y="5476046"/>
                        <a:ext cx="665163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4" name="Object 4"/>
          <p:cNvGraphicFramePr>
            <a:graphicFrameLocks noChangeAspect="1"/>
          </p:cNvGraphicFramePr>
          <p:nvPr/>
        </p:nvGraphicFramePr>
        <p:xfrm>
          <a:off x="3995936" y="5473477"/>
          <a:ext cx="6127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91" name="Equation" r:id="rId16" imgW="444240" imgH="241200" progId="Equation.DSMT4">
                  <p:embed/>
                </p:oleObj>
              </mc:Choice>
              <mc:Fallback>
                <p:oleObj name="Equation" r:id="rId16" imgW="44424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5473477"/>
                        <a:ext cx="612775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右箭头 22"/>
          <p:cNvSpPr/>
          <p:nvPr/>
        </p:nvSpPr>
        <p:spPr bwMode="auto">
          <a:xfrm>
            <a:off x="3728452" y="5548054"/>
            <a:ext cx="21602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2903042" y="5808663"/>
          <a:ext cx="804862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92" name="Equation" r:id="rId18" imgW="583920" imgH="545760" progId="Equation.DSMT4">
                  <p:embed/>
                </p:oleObj>
              </mc:Choice>
              <mc:Fallback>
                <p:oleObj name="Equation" r:id="rId18" imgW="583920" imgH="5457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042" y="5808663"/>
                        <a:ext cx="804862" cy="750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3995936" y="5805264"/>
          <a:ext cx="84137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4393" name="Equation" r:id="rId20" imgW="609480" imgH="545760" progId="Equation.DSMT4">
                  <p:embed/>
                </p:oleObj>
              </mc:Choice>
              <mc:Fallback>
                <p:oleObj name="Equation" r:id="rId20" imgW="609480" imgH="5457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5805264"/>
                        <a:ext cx="841375" cy="750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右箭头 16"/>
          <p:cNvSpPr/>
          <p:nvPr/>
        </p:nvSpPr>
        <p:spPr bwMode="auto">
          <a:xfrm>
            <a:off x="3738816" y="6093296"/>
            <a:ext cx="185112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39626" name="Picture 10"/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4623460" y="1196752"/>
            <a:ext cx="2060257" cy="2006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2"/>
            <a:r>
              <a:rPr lang="zh-CN" altLang="en-US"/>
              <a:t>选取对称基本结构</a:t>
            </a:r>
            <a:endParaRPr lang="en-US" altLang="zh-CN"/>
          </a:p>
          <a:p>
            <a:pPr lvl="2"/>
            <a:r>
              <a:rPr lang="zh-CN" altLang="en-US"/>
              <a:t>选取对称未知力</a:t>
            </a:r>
            <a:endParaRPr lang="en-US" altLang="zh-CN"/>
          </a:p>
          <a:p>
            <a:pPr lvl="2"/>
            <a:r>
              <a:rPr lang="zh-CN" altLang="en-US"/>
              <a:t>选取反对称未知力</a:t>
            </a:r>
            <a:endParaRPr lang="en-US" altLang="zh-CN"/>
          </a:p>
          <a:p>
            <a:pPr lvl="1"/>
            <a:r>
              <a:rPr lang="zh-CN" altLang="en-US"/>
              <a:t>写出力法方程</a:t>
            </a:r>
            <a:endParaRPr lang="en-US" altLang="zh-CN"/>
          </a:p>
          <a:p>
            <a:pPr lvl="2"/>
            <a:r>
              <a:rPr lang="zh-CN" altLang="en-US"/>
              <a:t>一组只含对称未知力            ，一组只含反对称未知力</a:t>
            </a:r>
            <a:endParaRPr lang="en-US" altLang="zh-CN"/>
          </a:p>
          <a:p>
            <a:pPr lvl="1"/>
            <a:r>
              <a:rPr lang="zh-CN" altLang="en-US"/>
              <a:t>解力法方程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对称载荷 ：反对称未知量为零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反对称载荷：对称未知量为零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还原内力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对称载荷 ：弯矩图、轴力图对称，剪力图反对称，变形位移对称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反对称载荷：弯矩图、轴力图反对称，剪力图对称，变形位移反对称</a:t>
            </a:r>
            <a:endParaRPr lang="en-US" altLang="zh-CN"/>
          </a:p>
          <a:p>
            <a:pPr lvl="2"/>
            <a:endParaRPr lang="en-US" altLang="zh-CN"/>
          </a:p>
        </p:txBody>
      </p:sp>
      <p:graphicFrame>
        <p:nvGraphicFramePr>
          <p:cNvPr id="236554" name="Object 4"/>
          <p:cNvGraphicFramePr>
            <a:graphicFrameLocks noChangeAspect="1"/>
          </p:cNvGraphicFramePr>
          <p:nvPr/>
        </p:nvGraphicFramePr>
        <p:xfrm>
          <a:off x="4823321" y="4187607"/>
          <a:ext cx="61277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27" name="Equation" r:id="rId3" imgW="444240" imgH="241200" progId="Equation.DSMT4">
                  <p:embed/>
                </p:oleObj>
              </mc:Choice>
              <mc:Fallback>
                <p:oleObj name="Equation" r:id="rId3" imgW="444240" imgH="2412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3321" y="4187607"/>
                        <a:ext cx="612775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5" name="Object 11"/>
          <p:cNvGraphicFramePr>
            <a:graphicFrameLocks noChangeAspect="1"/>
          </p:cNvGraphicFramePr>
          <p:nvPr/>
        </p:nvGraphicFramePr>
        <p:xfrm>
          <a:off x="3817367" y="3395518"/>
          <a:ext cx="68262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28" name="Equation" r:id="rId5" imgW="495000" imgH="241200" progId="Equation.DSMT4">
                  <p:embed/>
                </p:oleObj>
              </mc:Choice>
              <mc:Fallback>
                <p:oleObj name="Equation" r:id="rId5" imgW="495000" imgH="2412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367" y="3395518"/>
                        <a:ext cx="68262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6" name="Object 12"/>
          <p:cNvGraphicFramePr>
            <a:graphicFrameLocks noChangeAspect="1"/>
          </p:cNvGraphicFramePr>
          <p:nvPr/>
        </p:nvGraphicFramePr>
        <p:xfrm>
          <a:off x="7092280" y="3367266"/>
          <a:ext cx="3333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29" name="Equation" r:id="rId7" imgW="241200" imgH="241200" progId="Equation.DSMT4">
                  <p:embed/>
                </p:oleObj>
              </mc:Choice>
              <mc:Fallback>
                <p:oleObj name="Equation" r:id="rId7" imgW="241200" imgH="2412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3367266"/>
                        <a:ext cx="3333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558" name="Object 14"/>
          <p:cNvGraphicFramePr>
            <a:graphicFrameLocks noChangeAspect="1"/>
          </p:cNvGraphicFramePr>
          <p:nvPr/>
        </p:nvGraphicFramePr>
        <p:xfrm>
          <a:off x="4860032" y="4609380"/>
          <a:ext cx="1260475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30" name="Equation" r:id="rId9" imgW="914400" imgH="241200" progId="Equation.DSMT4">
                  <p:embed/>
                </p:oleObj>
              </mc:Choice>
              <mc:Fallback>
                <p:oleObj name="Equation" r:id="rId9" imgW="914400" imgH="24120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609380"/>
                        <a:ext cx="1260475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：求图示结构的弯矩图，</a:t>
            </a:r>
            <a:endParaRPr lang="en-US" altLang="zh-CN"/>
          </a:p>
          <a:p>
            <a:pPr lvl="1">
              <a:buNone/>
            </a:pPr>
            <a:r>
              <a:rPr lang="en-US" altLang="zh-CN" i="1"/>
              <a:t>		       EI </a:t>
            </a:r>
            <a:r>
              <a:rPr lang="en-US" altLang="zh-CN"/>
              <a:t>= const</a:t>
            </a:r>
          </a:p>
        </p:txBody>
      </p:sp>
      <p:pic>
        <p:nvPicPr>
          <p:cNvPr id="240647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556792"/>
            <a:ext cx="365760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确定基本体系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>
                <a:solidFill>
                  <a:srgbClr val="FF0000"/>
                </a:solidFill>
              </a:rPr>
              <a:t>为什么只有一个未知力？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488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03440" y="1340768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26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8264" y="1340768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452320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8264" y="1340768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64432" y="2996952"/>
          <a:ext cx="12954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2909" name="Equation" r:id="rId4" imgW="939600" imgH="241200" progId="Equation.DSMT4">
                  <p:embed/>
                </p:oleObj>
              </mc:Choice>
              <mc:Fallback>
                <p:oleObj name="Equation" r:id="rId4" imgW="9396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432" y="2996952"/>
                        <a:ext cx="1295400" cy="331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52320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03440" y="1340768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8264" y="1340768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3714" name="Object 4"/>
          <p:cNvGraphicFramePr>
            <a:graphicFrameLocks noChangeAspect="1"/>
          </p:cNvGraphicFramePr>
          <p:nvPr/>
        </p:nvGraphicFramePr>
        <p:xfrm>
          <a:off x="1763713" y="2997200"/>
          <a:ext cx="1295400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395" name="Equation" r:id="rId4" imgW="939600" imgH="241200" progId="Equation.DSMT4">
                  <p:embed/>
                </p:oleObj>
              </mc:Choice>
              <mc:Fallback>
                <p:oleObj name="Equation" r:id="rId4" imgW="9396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97200"/>
                        <a:ext cx="1295400" cy="331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0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19131" y="4040515"/>
            <a:ext cx="14573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452320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244741" name="Object 5"/>
          <p:cNvGraphicFramePr>
            <a:graphicFrameLocks noChangeAspect="1"/>
          </p:cNvGraphicFramePr>
          <p:nvPr/>
        </p:nvGraphicFramePr>
        <p:xfrm>
          <a:off x="7812360" y="5589240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396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5589240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2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932040" y="4077072"/>
            <a:ext cx="16383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4743" name="Object 5"/>
          <p:cNvGraphicFramePr>
            <a:graphicFrameLocks noChangeAspect="1"/>
          </p:cNvGraphicFramePr>
          <p:nvPr/>
        </p:nvGraphicFramePr>
        <p:xfrm>
          <a:off x="5580112" y="5638130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397" name="Equation" r:id="rId10" imgW="279360" imgH="241200" progId="Equation.DSMT4">
                  <p:embed/>
                </p:oleObj>
              </mc:Choice>
              <mc:Fallback>
                <p:oleObj name="Equation" r:id="rId10" imgW="27936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638130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903440" y="1340768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8264" y="1340768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3714" name="Object 4"/>
          <p:cNvGraphicFramePr>
            <a:graphicFrameLocks noChangeAspect="1"/>
          </p:cNvGraphicFramePr>
          <p:nvPr/>
        </p:nvGraphicFramePr>
        <p:xfrm>
          <a:off x="1763713" y="2997200"/>
          <a:ext cx="12239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29" name="Equation" r:id="rId4" imgW="939600" imgH="241200" progId="Equation.DSMT4">
                  <p:embed/>
                </p:oleObj>
              </mc:Choice>
              <mc:Fallback>
                <p:oleObj name="Equation" r:id="rId4" imgW="9396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97200"/>
                        <a:ext cx="122396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0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19131" y="4040515"/>
            <a:ext cx="14573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452320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244741" name="Object 5"/>
          <p:cNvGraphicFramePr>
            <a:graphicFrameLocks noChangeAspect="1"/>
          </p:cNvGraphicFramePr>
          <p:nvPr/>
        </p:nvGraphicFramePr>
        <p:xfrm>
          <a:off x="7812360" y="5589240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30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5589240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2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932040" y="4077072"/>
            <a:ext cx="16383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4743" name="Object 5"/>
          <p:cNvGraphicFramePr>
            <a:graphicFrameLocks noChangeAspect="1"/>
          </p:cNvGraphicFramePr>
          <p:nvPr/>
        </p:nvGraphicFramePr>
        <p:xfrm>
          <a:off x="5580112" y="5638130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31" name="Equation" r:id="rId10" imgW="279360" imgH="241200" progId="Equation.DSMT4">
                  <p:embed/>
                </p:oleObj>
              </mc:Choice>
              <mc:Fallback>
                <p:oleObj name="Equation" r:id="rId10" imgW="2793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638130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6" name="Object 5"/>
          <p:cNvGraphicFramePr>
            <a:graphicFrameLocks noChangeAspect="1"/>
          </p:cNvGraphicFramePr>
          <p:nvPr/>
        </p:nvGraphicFramePr>
        <p:xfrm>
          <a:off x="1691680" y="4149080"/>
          <a:ext cx="3027363" cy="1195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32" name="Equation" r:id="rId12" imgW="2666880" imgH="1054080" progId="Equation.DSMT4">
                  <p:embed/>
                </p:oleObj>
              </mc:Choice>
              <mc:Fallback>
                <p:oleObj name="Equation" r:id="rId12" imgW="2666880" imgH="10540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49080"/>
                        <a:ext cx="3027363" cy="1195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7" name="Object 5"/>
          <p:cNvGraphicFramePr>
            <a:graphicFrameLocks noChangeAspect="1"/>
          </p:cNvGraphicFramePr>
          <p:nvPr/>
        </p:nvGraphicFramePr>
        <p:xfrm>
          <a:off x="1706563" y="5314950"/>
          <a:ext cx="2998787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033" name="Equation" r:id="rId14" imgW="2641320" imgH="1028520" progId="Equation.DSMT4">
                  <p:embed/>
                </p:oleObj>
              </mc:Choice>
              <mc:Fallback>
                <p:oleObj name="Equation" r:id="rId14" imgW="2641320" imgH="102852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6563" y="5314950"/>
                        <a:ext cx="2998787" cy="1165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903440" y="1340768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8264" y="1340768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3714" name="Object 4"/>
          <p:cNvGraphicFramePr>
            <a:graphicFrameLocks noChangeAspect="1"/>
          </p:cNvGraphicFramePr>
          <p:nvPr/>
        </p:nvGraphicFramePr>
        <p:xfrm>
          <a:off x="1763713" y="2997200"/>
          <a:ext cx="12239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2" name="Equation" r:id="rId4" imgW="939600" imgH="241200" progId="Equation.DSMT4">
                  <p:embed/>
                </p:oleObj>
              </mc:Choice>
              <mc:Fallback>
                <p:oleObj name="Equation" r:id="rId4" imgW="9396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97200"/>
                        <a:ext cx="122396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0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19131" y="4040515"/>
            <a:ext cx="14573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7452320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244741" name="Object 5"/>
          <p:cNvGraphicFramePr>
            <a:graphicFrameLocks noChangeAspect="1"/>
          </p:cNvGraphicFramePr>
          <p:nvPr/>
        </p:nvGraphicFramePr>
        <p:xfrm>
          <a:off x="7812360" y="5589240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3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5589240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2" name="Picture 6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932040" y="4077072"/>
            <a:ext cx="16383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4743" name="Object 5"/>
          <p:cNvGraphicFramePr>
            <a:graphicFrameLocks noChangeAspect="1"/>
          </p:cNvGraphicFramePr>
          <p:nvPr/>
        </p:nvGraphicFramePr>
        <p:xfrm>
          <a:off x="5580112" y="5638130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4" name="Equation" r:id="rId10" imgW="279360" imgH="241200" progId="Equation.DSMT4">
                  <p:embed/>
                </p:oleObj>
              </mc:Choice>
              <mc:Fallback>
                <p:oleObj name="Equation" r:id="rId10" imgW="2793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638130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6" name="Object 5"/>
          <p:cNvGraphicFramePr>
            <a:graphicFrameLocks noChangeAspect="1"/>
          </p:cNvGraphicFramePr>
          <p:nvPr/>
        </p:nvGraphicFramePr>
        <p:xfrm>
          <a:off x="1763688" y="4149898"/>
          <a:ext cx="908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5" name="Equation" r:id="rId12" imgW="799920" imgH="444240" progId="Equation.DSMT4">
                  <p:embed/>
                </p:oleObj>
              </mc:Choice>
              <mc:Fallback>
                <p:oleObj name="Equation" r:id="rId12" imgW="79992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149898"/>
                        <a:ext cx="9080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7" name="Object 5"/>
          <p:cNvGraphicFramePr>
            <a:graphicFrameLocks noChangeAspect="1"/>
          </p:cNvGraphicFramePr>
          <p:nvPr/>
        </p:nvGraphicFramePr>
        <p:xfrm>
          <a:off x="1776313" y="4653954"/>
          <a:ext cx="7794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6" name="Equation" r:id="rId14" imgW="685800" imgH="444240" progId="Equation.DSMT4">
                  <p:embed/>
                </p:oleObj>
              </mc:Choice>
              <mc:Fallback>
                <p:oleObj name="Equation" r:id="rId14" imgW="685800" imgH="4442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313" y="4653954"/>
                        <a:ext cx="779463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1" name="Object 5"/>
          <p:cNvGraphicFramePr>
            <a:graphicFrameLocks noChangeAspect="1"/>
          </p:cNvGraphicFramePr>
          <p:nvPr/>
        </p:nvGraphicFramePr>
        <p:xfrm>
          <a:off x="1763688" y="5532214"/>
          <a:ext cx="11842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2627" name="Equation" r:id="rId16" imgW="1041120" imgH="241200" progId="Equation.DSMT4">
                  <p:embed/>
                </p:oleObj>
              </mc:Choice>
              <mc:Fallback>
                <p:oleObj name="Equation" r:id="rId16" imgW="104112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532214"/>
                        <a:ext cx="1184275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4903440" y="1340768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还原内力</a:t>
            </a:r>
          </a:p>
        </p:txBody>
      </p:sp>
      <p:graphicFrame>
        <p:nvGraphicFramePr>
          <p:cNvPr id="243714" name="Object 4"/>
          <p:cNvGraphicFramePr>
            <a:graphicFrameLocks noChangeAspect="1"/>
          </p:cNvGraphicFramePr>
          <p:nvPr/>
        </p:nvGraphicFramePr>
        <p:xfrm>
          <a:off x="1763713" y="2997200"/>
          <a:ext cx="122396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14" name="Equation" r:id="rId3" imgW="939600" imgH="241200" progId="Equation.DSMT4">
                  <p:embed/>
                </p:oleObj>
              </mc:Choice>
              <mc:Fallback>
                <p:oleObj name="Equation" r:id="rId3" imgW="9396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2997200"/>
                        <a:ext cx="122396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19131" y="4040515"/>
            <a:ext cx="145732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4741" name="Object 5"/>
          <p:cNvGraphicFramePr>
            <a:graphicFrameLocks noChangeAspect="1"/>
          </p:cNvGraphicFramePr>
          <p:nvPr/>
        </p:nvGraphicFramePr>
        <p:xfrm>
          <a:off x="7812360" y="5589240"/>
          <a:ext cx="3444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15" name="Equation" r:id="rId6" imgW="266400" imgH="241200" progId="Equation.DSMT4">
                  <p:embed/>
                </p:oleObj>
              </mc:Choice>
              <mc:Fallback>
                <p:oleObj name="Equation" r:id="rId6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5589240"/>
                        <a:ext cx="3444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2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932040" y="4077072"/>
            <a:ext cx="16383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44743" name="Object 5"/>
          <p:cNvGraphicFramePr>
            <a:graphicFrameLocks noChangeAspect="1"/>
          </p:cNvGraphicFramePr>
          <p:nvPr/>
        </p:nvGraphicFramePr>
        <p:xfrm>
          <a:off x="5580112" y="5638130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16" name="Equation" r:id="rId9" imgW="279360" imgH="241200" progId="Equation.DSMT4">
                  <p:embed/>
                </p:oleObj>
              </mc:Choice>
              <mc:Fallback>
                <p:oleObj name="Equation" r:id="rId9" imgW="27936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5638130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6" name="Object 5"/>
          <p:cNvGraphicFramePr>
            <a:graphicFrameLocks noChangeAspect="1"/>
          </p:cNvGraphicFramePr>
          <p:nvPr/>
        </p:nvGraphicFramePr>
        <p:xfrm>
          <a:off x="1763688" y="4149898"/>
          <a:ext cx="9080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17" name="Equation" r:id="rId11" imgW="799920" imgH="444240" progId="Equation.DSMT4">
                  <p:embed/>
                </p:oleObj>
              </mc:Choice>
              <mc:Fallback>
                <p:oleObj name="Equation" r:id="rId11" imgW="79992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149898"/>
                        <a:ext cx="908050" cy="504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767" name="Object 5"/>
          <p:cNvGraphicFramePr>
            <a:graphicFrameLocks noChangeAspect="1"/>
          </p:cNvGraphicFramePr>
          <p:nvPr/>
        </p:nvGraphicFramePr>
        <p:xfrm>
          <a:off x="1776313" y="4653954"/>
          <a:ext cx="7794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18" name="Equation" r:id="rId13" imgW="685800" imgH="444240" progId="Equation.DSMT4">
                  <p:embed/>
                </p:oleObj>
              </mc:Choice>
              <mc:Fallback>
                <p:oleObj name="Equation" r:id="rId13" imgW="685800" imgH="4442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313" y="4653954"/>
                        <a:ext cx="779463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1" name="Object 5"/>
          <p:cNvGraphicFramePr>
            <a:graphicFrameLocks noChangeAspect="1"/>
          </p:cNvGraphicFramePr>
          <p:nvPr/>
        </p:nvGraphicFramePr>
        <p:xfrm>
          <a:off x="1763688" y="5589240"/>
          <a:ext cx="1184275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19" name="Equation" r:id="rId15" imgW="1041120" imgH="241200" progId="Equation.DSMT4">
                  <p:embed/>
                </p:oleObj>
              </mc:Choice>
              <mc:Fallback>
                <p:oleObj name="Equation" r:id="rId15" imgW="104112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589240"/>
                        <a:ext cx="1184275" cy="273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4903440" y="1340768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7819" name="Picture 11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063109" y="1361316"/>
            <a:ext cx="1757363" cy="231933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pic>
      <p:graphicFrame>
        <p:nvGraphicFramePr>
          <p:cNvPr id="247818" name="Object 5"/>
          <p:cNvGraphicFramePr>
            <a:graphicFrameLocks noChangeAspect="1"/>
          </p:cNvGraphicFramePr>
          <p:nvPr/>
        </p:nvGraphicFramePr>
        <p:xfrm>
          <a:off x="7877125" y="2912368"/>
          <a:ext cx="29527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0320" name="Equation" r:id="rId19" imgW="228600" imgH="177480" progId="Equation.DSMT4">
                  <p:embed/>
                </p:oleObj>
              </mc:Choice>
              <mc:Fallback>
                <p:oleObj name="Equation" r:id="rId19" imgW="228600" imgH="177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7125" y="2912368"/>
                        <a:ext cx="295275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：求图示结构的弯矩图，</a:t>
            </a:r>
            <a:endParaRPr lang="en-US" altLang="zh-CN"/>
          </a:p>
          <a:p>
            <a:pPr lvl="1">
              <a:buNone/>
            </a:pPr>
            <a:r>
              <a:rPr lang="en-US" altLang="zh-CN" i="1"/>
              <a:t>		       EI </a:t>
            </a:r>
            <a:r>
              <a:rPr lang="en-US" altLang="zh-CN"/>
              <a:t>= const</a:t>
            </a:r>
          </a:p>
        </p:txBody>
      </p:sp>
      <p:pic>
        <p:nvPicPr>
          <p:cNvPr id="256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556792"/>
            <a:ext cx="365760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：求图示结构的弯矩图，</a:t>
            </a:r>
            <a:endParaRPr lang="en-US" altLang="zh-CN"/>
          </a:p>
          <a:p>
            <a:pPr lvl="1">
              <a:buNone/>
            </a:pPr>
            <a:r>
              <a:rPr lang="en-US" altLang="zh-CN" i="1"/>
              <a:t>		       EI </a:t>
            </a:r>
            <a:r>
              <a:rPr lang="en-US" altLang="zh-CN"/>
              <a:t>= const</a:t>
            </a: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一般性载荷，如何简化？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560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6016" y="1556792"/>
            <a:ext cx="365760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：求图示结构的弯矩图，</a:t>
            </a:r>
            <a:endParaRPr lang="en-US" altLang="zh-CN"/>
          </a:p>
          <a:p>
            <a:pPr lvl="1">
              <a:buNone/>
            </a:pPr>
            <a:r>
              <a:rPr lang="en-US" altLang="zh-CN" i="1"/>
              <a:t>		       EI </a:t>
            </a:r>
            <a:r>
              <a:rPr lang="en-US" altLang="zh-CN"/>
              <a:t>= const</a:t>
            </a: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载荷分解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一般性载荷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zh-CN" altLang="en-US">
                <a:solidFill>
                  <a:srgbClr val="FF0000"/>
                </a:solidFill>
              </a:rPr>
              <a:t>对称性载荷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zh-CN" altLang="en-US">
                <a:solidFill>
                  <a:srgbClr val="FF0000"/>
                </a:solidFill>
              </a:rPr>
              <a:t>反对称性载荷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3511372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7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22551" y="3501008"/>
            <a:ext cx="23336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左右箭头 7"/>
          <p:cNvSpPr/>
          <p:nvPr/>
        </p:nvSpPr>
        <p:spPr bwMode="auto">
          <a:xfrm>
            <a:off x="3707904" y="4591492"/>
            <a:ext cx="432048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：求图示结构的弯矩图，</a:t>
            </a:r>
            <a:endParaRPr lang="en-US" altLang="zh-CN"/>
          </a:p>
          <a:p>
            <a:pPr lvl="1">
              <a:buNone/>
            </a:pPr>
            <a:r>
              <a:rPr lang="en-US" altLang="zh-CN" i="1"/>
              <a:t>		       EI </a:t>
            </a:r>
            <a:r>
              <a:rPr lang="en-US" altLang="zh-CN"/>
              <a:t>= const</a:t>
            </a: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载荷分解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一般性载荷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zh-CN" altLang="en-US">
                <a:solidFill>
                  <a:srgbClr val="FF0000"/>
                </a:solidFill>
              </a:rPr>
              <a:t>对称性载荷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zh-CN" altLang="en-US">
                <a:solidFill>
                  <a:srgbClr val="FF0000"/>
                </a:solidFill>
              </a:rPr>
              <a:t>反对称性载荷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3511372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7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22551" y="3501008"/>
            <a:ext cx="23336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左右箭头 7"/>
          <p:cNvSpPr/>
          <p:nvPr/>
        </p:nvSpPr>
        <p:spPr bwMode="auto">
          <a:xfrm>
            <a:off x="3707904" y="4591492"/>
            <a:ext cx="432048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58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4168" y="1412776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直接连接符 9"/>
          <p:cNvCxnSpPr/>
          <p:nvPr/>
        </p:nvCxnSpPr>
        <p:spPr bwMode="auto">
          <a:xfrm>
            <a:off x="5868144" y="4293096"/>
            <a:ext cx="288032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/>
          <p:nvPr/>
        </p:nvCxnSpPr>
        <p:spPr bwMode="auto">
          <a:xfrm>
            <a:off x="5868144" y="4437112"/>
            <a:ext cx="288032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直接连接符 11"/>
          <p:cNvCxnSpPr/>
          <p:nvPr/>
        </p:nvCxnSpPr>
        <p:spPr bwMode="auto">
          <a:xfrm>
            <a:off x="6948264" y="3861048"/>
            <a:ext cx="288032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58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4168" y="4077072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3" name="直接连接符 12"/>
          <p:cNvCxnSpPr/>
          <p:nvPr/>
        </p:nvCxnSpPr>
        <p:spPr bwMode="auto">
          <a:xfrm rot="5400000">
            <a:off x="6948264" y="3861048"/>
            <a:ext cx="288032" cy="0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5" name="组合 14"/>
          <p:cNvGrpSpPr/>
          <p:nvPr/>
        </p:nvGrpSpPr>
        <p:grpSpPr>
          <a:xfrm>
            <a:off x="7524328" y="2276872"/>
            <a:ext cx="432048" cy="360040"/>
            <a:chOff x="5364088" y="2492896"/>
            <a:chExt cx="432048" cy="360040"/>
          </a:xfrm>
        </p:grpSpPr>
        <p:cxnSp>
          <p:nvCxnSpPr>
            <p:cNvPr id="16" name="直接连接符 15"/>
            <p:cNvCxnSpPr/>
            <p:nvPr/>
          </p:nvCxnSpPr>
          <p:spPr bwMode="auto">
            <a:xfrm>
              <a:off x="5364088" y="2636912"/>
              <a:ext cx="144016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 bwMode="auto">
            <a:xfrm flipV="1">
              <a:off x="5508104" y="24928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TextBox 17"/>
          <p:cNvSpPr txBox="1"/>
          <p:nvPr/>
        </p:nvSpPr>
        <p:spPr>
          <a:xfrm>
            <a:off x="7380312" y="4797152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：求图示结构的弯矩图，</a:t>
            </a:r>
            <a:endParaRPr lang="en-US" altLang="zh-CN"/>
          </a:p>
          <a:p>
            <a:pPr lvl="1">
              <a:buNone/>
            </a:pPr>
            <a:r>
              <a:rPr lang="en-US" altLang="zh-CN" i="1"/>
              <a:t>		       EI </a:t>
            </a:r>
            <a:r>
              <a:rPr lang="en-US" altLang="zh-CN"/>
              <a:t>= const</a:t>
            </a: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载荷分解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一般性载荷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zh-CN" altLang="en-US">
                <a:solidFill>
                  <a:srgbClr val="FF0000"/>
                </a:solidFill>
              </a:rPr>
              <a:t>对称性载荷</a:t>
            </a:r>
            <a:r>
              <a:rPr lang="en-US" altLang="zh-CN">
                <a:solidFill>
                  <a:srgbClr val="FF0000"/>
                </a:solidFill>
              </a:rPr>
              <a:t>+</a:t>
            </a:r>
            <a:r>
              <a:rPr lang="zh-CN" altLang="en-US">
                <a:solidFill>
                  <a:srgbClr val="FF0000"/>
                </a:solidFill>
              </a:rPr>
              <a:t>反对称性载荷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为什么能这样分解？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3511372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7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22551" y="3501008"/>
            <a:ext cx="233362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左右箭头 7"/>
          <p:cNvSpPr/>
          <p:nvPr/>
        </p:nvSpPr>
        <p:spPr bwMode="auto">
          <a:xfrm>
            <a:off x="3707904" y="4591492"/>
            <a:ext cx="432048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58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4168" y="1412776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组合 18"/>
          <p:cNvGrpSpPr/>
          <p:nvPr/>
        </p:nvGrpSpPr>
        <p:grpSpPr>
          <a:xfrm>
            <a:off x="5868144" y="4293096"/>
            <a:ext cx="288032" cy="144016"/>
            <a:chOff x="5868144" y="4293096"/>
            <a:chExt cx="288032" cy="144016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5868144" y="4293096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5868144" y="4437112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58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84168" y="4077072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0" name="组合 19"/>
          <p:cNvGrpSpPr/>
          <p:nvPr/>
        </p:nvGrpSpPr>
        <p:grpSpPr>
          <a:xfrm>
            <a:off x="6948264" y="3717032"/>
            <a:ext cx="288032" cy="288032"/>
            <a:chOff x="6948264" y="3717032"/>
            <a:chExt cx="288032" cy="288032"/>
          </a:xfrm>
        </p:grpSpPr>
        <p:cxnSp>
          <p:nvCxnSpPr>
            <p:cNvPr id="12" name="直接连接符 11"/>
            <p:cNvCxnSpPr/>
            <p:nvPr/>
          </p:nvCxnSpPr>
          <p:spPr bwMode="auto">
            <a:xfrm>
              <a:off x="6948264" y="3861048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 bwMode="auto">
            <a:xfrm rot="5400000">
              <a:off x="6948264" y="3861048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" name="组合 14"/>
          <p:cNvGrpSpPr/>
          <p:nvPr/>
        </p:nvGrpSpPr>
        <p:grpSpPr>
          <a:xfrm>
            <a:off x="7524328" y="2276872"/>
            <a:ext cx="432048" cy="360040"/>
            <a:chOff x="5364088" y="2492896"/>
            <a:chExt cx="432048" cy="360040"/>
          </a:xfrm>
        </p:grpSpPr>
        <p:cxnSp>
          <p:nvCxnSpPr>
            <p:cNvPr id="16" name="直接连接符 15"/>
            <p:cNvCxnSpPr/>
            <p:nvPr/>
          </p:nvCxnSpPr>
          <p:spPr bwMode="auto">
            <a:xfrm>
              <a:off x="5364088" y="2636912"/>
              <a:ext cx="144016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直接连接符 16"/>
            <p:cNvCxnSpPr/>
            <p:nvPr/>
          </p:nvCxnSpPr>
          <p:spPr bwMode="auto">
            <a:xfrm flipV="1">
              <a:off x="5508104" y="24928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8" name="TextBox 17"/>
          <p:cNvSpPr txBox="1"/>
          <p:nvPr/>
        </p:nvSpPr>
        <p:spPr>
          <a:xfrm>
            <a:off x="7380312" y="4797152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en-US" altLang="zh-CN"/>
          </a:p>
          <a:p>
            <a:pPr lvl="2"/>
            <a:r>
              <a:rPr lang="zh-CN" altLang="en-US"/>
              <a:t>载荷分解</a:t>
            </a:r>
            <a:endParaRPr lang="en-US" altLang="zh-CN"/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/>
              <a:t>对称性载荷</a:t>
            </a:r>
            <a:r>
              <a:rPr lang="en-US" altLang="zh-CN"/>
              <a:t>+</a:t>
            </a:r>
            <a:r>
              <a:rPr lang="zh-CN" altLang="en-US"/>
              <a:t>反对称性载荷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问题转换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求图示结构的弯矩图，</a:t>
            </a:r>
            <a:r>
              <a:rPr lang="en-US" altLang="zh-CN" i="1"/>
              <a:t>EI </a:t>
            </a:r>
            <a:r>
              <a:rPr lang="en-US" altLang="zh-CN"/>
              <a:t>= const</a:t>
            </a:r>
          </a:p>
          <a:p>
            <a:pPr lvl="1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258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3898924"/>
            <a:ext cx="16002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9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1628800"/>
            <a:ext cx="3667125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9" name="组合 14"/>
          <p:cNvGrpSpPr/>
          <p:nvPr/>
        </p:nvGrpSpPr>
        <p:grpSpPr>
          <a:xfrm>
            <a:off x="3203848" y="4869160"/>
            <a:ext cx="432048" cy="360040"/>
            <a:chOff x="5364088" y="2492896"/>
            <a:chExt cx="432048" cy="360040"/>
          </a:xfrm>
        </p:grpSpPr>
        <p:cxnSp>
          <p:nvCxnSpPr>
            <p:cNvPr id="20" name="直接连接符 19"/>
            <p:cNvCxnSpPr/>
            <p:nvPr/>
          </p:nvCxnSpPr>
          <p:spPr bwMode="auto">
            <a:xfrm>
              <a:off x="5364088" y="2636912"/>
              <a:ext cx="144016" cy="2160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直接连接符 20"/>
            <p:cNvCxnSpPr/>
            <p:nvPr/>
          </p:nvCxnSpPr>
          <p:spPr bwMode="auto">
            <a:xfrm flipV="1">
              <a:off x="5508104" y="2492896"/>
              <a:ext cx="288032" cy="36004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确定基本体系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/>
              <a:t>	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98677" y="1340768"/>
            <a:ext cx="1833563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0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8264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452320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写出力法方程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76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98677" y="1340768"/>
            <a:ext cx="1833563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48264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7452320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59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0450" y="3693914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560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450" y="3693914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01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0450" y="3693914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02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450" y="3693914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6216674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803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6216674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043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044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045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046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52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53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54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55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1547664" y="4394671"/>
          <a:ext cx="2868613" cy="169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0056" name="Equation" r:id="rId15" imgW="2527200" imgH="1498320" progId="Equation.DSMT4">
                  <p:embed/>
                </p:oleObj>
              </mc:Choice>
              <mc:Fallback>
                <p:oleObj name="Equation" r:id="rId15" imgW="2527200" imgH="14983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394671"/>
                        <a:ext cx="2868613" cy="169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076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077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078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079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1543298" y="4426991"/>
          <a:ext cx="3460750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1080" name="Equation" r:id="rId15" imgW="3047760" imgH="1536480" progId="Equation.DSMT4">
                  <p:embed/>
                </p:oleObj>
              </mc:Choice>
              <mc:Fallback>
                <p:oleObj name="Equation" r:id="rId15" imgW="3047760" imgH="1536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298" y="4426991"/>
                        <a:ext cx="3460750" cy="1738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00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01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02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03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1547664" y="4437112"/>
          <a:ext cx="3173413" cy="175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2104" name="Equation" r:id="rId15" imgW="2793960" imgH="1549080" progId="Equation.DSMT4">
                  <p:embed/>
                </p:oleObj>
              </mc:Choice>
              <mc:Fallback>
                <p:oleObj name="Equation" r:id="rId15" imgW="2793960" imgH="15490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437112"/>
                        <a:ext cx="3173413" cy="175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24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25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26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27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1527175" y="4437063"/>
          <a:ext cx="3621088" cy="173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3128" name="Equation" r:id="rId15" imgW="3187440" imgH="1536480" progId="Equation.DSMT4">
                  <p:embed/>
                </p:oleObj>
              </mc:Choice>
              <mc:Fallback>
                <p:oleObj name="Equation" r:id="rId15" imgW="3187440" imgH="1536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7175" y="4437063"/>
                        <a:ext cx="3621088" cy="173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48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49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50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51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1691680" y="4326389"/>
          <a:ext cx="3116262" cy="228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4152" name="Equation" r:id="rId15" imgW="2743200" imgH="2019240" progId="Equation.DSMT4">
                  <p:embed/>
                </p:oleObj>
              </mc:Choice>
              <mc:Fallback>
                <p:oleObj name="Equation" r:id="rId15" imgW="2743200" imgH="20192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326389"/>
                        <a:ext cx="3116262" cy="2281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 sz="1400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646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916016" y="1309856"/>
            <a:ext cx="1600200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220072" y="36665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647" name="Equation" r:id="rId7" imgW="279360" imgH="241200" progId="Equation.DSMT4">
                  <p:embed/>
                </p:oleObj>
              </mc:Choice>
              <mc:Fallback>
                <p:oleObj name="Equation" r:id="rId7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648" name="Equation" r:id="rId10" imgW="266400" imgH="241200" progId="Equation.DSMT4">
                  <p:embed/>
                </p:oleObj>
              </mc:Choice>
              <mc:Fallback>
                <p:oleObj name="Equation" r:id="rId10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649" name="Equation" r:id="rId13" imgW="279360" imgH="241200" progId="Equation.DSMT4">
                  <p:embed/>
                </p:oleObj>
              </mc:Choice>
              <mc:Fallback>
                <p:oleObj name="Equation" r:id="rId13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1701864" y="4395926"/>
          <a:ext cx="3273425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650" name="Equation" r:id="rId15" imgW="2882880" imgH="927000" progId="Equation.DSMT4">
                  <p:embed/>
                </p:oleObj>
              </mc:Choice>
              <mc:Fallback>
                <p:oleObj name="Equation" r:id="rId15" imgW="2882880" imgH="9270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1864" y="4395926"/>
                        <a:ext cx="3273425" cy="1047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1691680" y="5877272"/>
          <a:ext cx="23828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651" name="Equation" r:id="rId17" imgW="2095200" imgH="241200" progId="Equation.DSMT4">
                  <p:embed/>
                </p:oleObj>
              </mc:Choice>
              <mc:Fallback>
                <p:oleObj name="Equation" r:id="rId17" imgW="209520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877272"/>
                        <a:ext cx="2382837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：问题转换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 sz="1400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考虑剪力、轴力效应后弯矩不为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spcBef>
                <a:spcPts val="0"/>
              </a:spcBef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零，但最终叠加仍可忽略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29454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38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29454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112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03546" y="1337548"/>
            <a:ext cx="1747838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7812360" y="2883758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39" name="Equation" r:id="rId6" imgW="279360" imgH="241200" progId="Equation.DSMT4">
                  <p:embed/>
                </p:oleObj>
              </mc:Choice>
              <mc:Fallback>
                <p:oleObj name="Equation" r:id="rId6" imgW="27936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360" y="2883758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2148" name="Picture 4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04048" y="3994790"/>
            <a:ext cx="1452563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5559474" y="5517232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40" name="Equation" r:id="rId9" imgW="266400" imgH="241200" progId="Equation.DSMT4">
                  <p:embed/>
                </p:oleObj>
              </mc:Choice>
              <mc:Fallback>
                <p:oleObj name="Equation" r:id="rId9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9474" y="5517232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3175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236296" y="3966740"/>
            <a:ext cx="1452563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63174" name="Object 5"/>
          <p:cNvGraphicFramePr>
            <a:graphicFrameLocks noChangeAspect="1"/>
          </p:cNvGraphicFramePr>
          <p:nvPr/>
        </p:nvGraphicFramePr>
        <p:xfrm>
          <a:off x="7818438" y="5527506"/>
          <a:ext cx="3619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41" name="Equation" r:id="rId12" imgW="279360" imgH="241200" progId="Equation.DSMT4">
                  <p:embed/>
                </p:oleObj>
              </mc:Choice>
              <mc:Fallback>
                <p:oleObj name="Equation" r:id="rId12" imgW="2793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8438" y="5527506"/>
                        <a:ext cx="3619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1763688" y="4858886"/>
          <a:ext cx="23828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42" name="Equation" r:id="rId14" imgW="2095200" imgH="241200" progId="Equation.DSMT4">
                  <p:embed/>
                </p:oleObj>
              </mc:Choice>
              <mc:Fallback>
                <p:oleObj name="Equation" r:id="rId14" imgW="20952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858886"/>
                        <a:ext cx="2382837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8" name="Object 14"/>
          <p:cNvGraphicFramePr>
            <a:graphicFrameLocks noChangeAspect="1"/>
          </p:cNvGraphicFramePr>
          <p:nvPr/>
        </p:nvGraphicFramePr>
        <p:xfrm>
          <a:off x="1763688" y="5517232"/>
          <a:ext cx="212566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43" name="Equation" r:id="rId16" imgW="1828800" imgH="279360" progId="Equation.DSMT4">
                  <p:embed/>
                </p:oleObj>
              </mc:Choice>
              <mc:Fallback>
                <p:oleObj name="Equation" r:id="rId16" imgW="1828800" imgH="2793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517232"/>
                        <a:ext cx="2125662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1369" name="Picture 9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4932040" y="1340768"/>
            <a:ext cx="1600200" cy="233838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pic>
      <p:graphicFrame>
        <p:nvGraphicFramePr>
          <p:cNvPr id="271370" name="Object 5"/>
          <p:cNvGraphicFramePr>
            <a:graphicFrameLocks noChangeAspect="1"/>
          </p:cNvGraphicFramePr>
          <p:nvPr/>
        </p:nvGraphicFramePr>
        <p:xfrm>
          <a:off x="5532438" y="2892425"/>
          <a:ext cx="296862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1344" name="Equation" r:id="rId19" imgW="228600" imgH="177480" progId="Equation.DSMT4">
                  <p:embed/>
                </p:oleObj>
              </mc:Choice>
              <mc:Fallback>
                <p:oleObj name="Equation" r:id="rId19" imgW="228600" imgH="17748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2438" y="2892425"/>
                        <a:ext cx="296862" cy="23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en-US" altLang="zh-CN"/>
          </a:p>
          <a:p>
            <a:pPr lvl="2">
              <a:buNone/>
            </a:pPr>
            <a:r>
              <a:rPr lang="zh-CN" altLang="en-US"/>
              <a:t>求解对称问题</a:t>
            </a:r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 sz="1400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还原内力</a:t>
            </a:r>
            <a:endParaRPr lang="en-US" altLang="zh-CN"/>
          </a:p>
          <a:p>
            <a:pPr lvl="2">
              <a:buNone/>
            </a:pPr>
            <a:r>
              <a:rPr lang="zh-CN" altLang="en-US">
                <a:solidFill>
                  <a:srgbClr val="FF0000"/>
                </a:solidFill>
              </a:rPr>
              <a:t>返回原问题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33569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25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33569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1763688" y="5270386"/>
          <a:ext cx="23828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26" name="Equation" r:id="rId5" imgW="2095200" imgH="241200" progId="Equation.DSMT4">
                  <p:embed/>
                </p:oleObj>
              </mc:Choice>
              <mc:Fallback>
                <p:oleObj name="Equation" r:id="rId5" imgW="20952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270386"/>
                        <a:ext cx="2382837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1369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32040" y="1340768"/>
            <a:ext cx="1600200" cy="233838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63109" y="1361316"/>
            <a:ext cx="1757363" cy="2319338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292080" y="371703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对称问题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1852" y="371712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反对称问题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60032" y="4042940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5436096" y="4653136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solidFill>
                  <a:srgbClr val="FF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：</a:t>
            </a:r>
            <a:endParaRPr lang="en-US" altLang="zh-CN"/>
          </a:p>
          <a:p>
            <a:pPr lvl="2">
              <a:buNone/>
            </a:pPr>
            <a:r>
              <a:rPr lang="zh-CN" altLang="en-US">
                <a:solidFill>
                  <a:srgbClr val="FF0000"/>
                </a:solidFill>
              </a:rPr>
              <a:t>分解为对称问题和反对称问题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写出力法方程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 sz="1400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还原内力</a:t>
            </a:r>
            <a:endParaRPr lang="en-US" altLang="zh-CN"/>
          </a:p>
          <a:p>
            <a:pPr lvl="2">
              <a:buNone/>
            </a:pPr>
            <a:r>
              <a:rPr lang="zh-CN" altLang="en-US">
                <a:solidFill>
                  <a:srgbClr val="FF0000"/>
                </a:solidFill>
              </a:rPr>
              <a:t>能否进一步简化？</a:t>
            </a:r>
            <a:endParaRPr lang="en-US" altLang="zh-CN">
              <a:solidFill>
                <a:srgbClr val="FF0000"/>
              </a:solidFill>
            </a:endParaRPr>
          </a:p>
        </p:txBody>
      </p:sp>
      <p:graphicFrame>
        <p:nvGraphicFramePr>
          <p:cNvPr id="242691" name="Object 4"/>
          <p:cNvGraphicFramePr>
            <a:graphicFrameLocks noChangeAspect="1"/>
          </p:cNvGraphicFramePr>
          <p:nvPr/>
        </p:nvGraphicFramePr>
        <p:xfrm>
          <a:off x="1702445" y="3356992"/>
          <a:ext cx="21494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064" name="Equation" r:id="rId3" imgW="1650960" imgH="545760" progId="Equation.DSMT4">
                  <p:embed/>
                </p:oleObj>
              </mc:Choice>
              <mc:Fallback>
                <p:oleObj name="Equation" r:id="rId3" imgW="165096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2445" y="3356992"/>
                        <a:ext cx="2149475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3" name="Object 7"/>
          <p:cNvGraphicFramePr>
            <a:graphicFrameLocks noChangeAspect="1"/>
          </p:cNvGraphicFramePr>
          <p:nvPr/>
        </p:nvGraphicFramePr>
        <p:xfrm>
          <a:off x="1763688" y="5270386"/>
          <a:ext cx="2382837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065" name="Equation" r:id="rId5" imgW="2095200" imgH="241200" progId="Equation.DSMT4">
                  <p:embed/>
                </p:oleObj>
              </mc:Choice>
              <mc:Fallback>
                <p:oleObj name="Equation" r:id="rId5" imgW="20952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270386"/>
                        <a:ext cx="2382837" cy="271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1369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32040" y="1340768"/>
            <a:ext cx="1600200" cy="233838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pic>
        <p:nvPicPr>
          <p:cNvPr id="15" name="Picture 1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63109" y="1361316"/>
            <a:ext cx="1757363" cy="231933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5292080" y="371703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对称问题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1852" y="371712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/>
              <a:t>反对称问题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60032" y="4042940"/>
            <a:ext cx="1828800" cy="2338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TextBox 18"/>
          <p:cNvSpPr txBox="1"/>
          <p:nvPr/>
        </p:nvSpPr>
        <p:spPr>
          <a:xfrm>
            <a:off x="5436096" y="4653136"/>
            <a:ext cx="576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>
                <a:solidFill>
                  <a:srgbClr val="FF0000"/>
                </a:solidFill>
              </a:rPr>
              <a:t>？</a:t>
            </a:r>
          </a:p>
        </p:txBody>
      </p:sp>
      <p:pic>
        <p:nvPicPr>
          <p:cNvPr id="273413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082006" y="4057977"/>
            <a:ext cx="1757363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73412" name="Object 4"/>
          <p:cNvGraphicFramePr>
            <a:graphicFrameLocks noChangeAspect="1"/>
          </p:cNvGraphicFramePr>
          <p:nvPr/>
        </p:nvGraphicFramePr>
        <p:xfrm>
          <a:off x="7884368" y="5647084"/>
          <a:ext cx="296862" cy="23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4066" name="Equation" r:id="rId11" imgW="228600" imgH="177480" progId="Equation.DSMT4">
                  <p:embed/>
                </p:oleObj>
              </mc:Choice>
              <mc:Fallback>
                <p:oleObj name="Equation" r:id="rId11" imgW="22860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5647084"/>
                        <a:ext cx="296862" cy="230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简化：取半结构进行计算</a:t>
            </a:r>
            <a:endParaRPr lang="en-US" altLang="zh-CN"/>
          </a:p>
          <a:p>
            <a:pPr lvl="2"/>
            <a:r>
              <a:rPr lang="zh-CN" altLang="en-US"/>
              <a:t>无中柱对称结构（奇数跨结构）</a:t>
            </a:r>
            <a:endParaRPr lang="en-US" altLang="zh-CN"/>
          </a:p>
          <a:p>
            <a:pPr lvl="2">
              <a:buNone/>
            </a:pPr>
            <a:r>
              <a:rPr lang="zh-CN" altLang="en-US"/>
              <a:t>    </a:t>
            </a:r>
            <a:endParaRPr lang="en-US" altLang="zh-CN"/>
          </a:p>
        </p:txBody>
      </p:sp>
      <p:pic>
        <p:nvPicPr>
          <p:cNvPr id="301063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852936"/>
            <a:ext cx="3086100" cy="272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五角星 19"/>
          <p:cNvSpPr/>
          <p:nvPr/>
        </p:nvSpPr>
        <p:spPr bwMode="auto">
          <a:xfrm>
            <a:off x="971690" y="1824276"/>
            <a:ext cx="288032" cy="288032"/>
          </a:xfrm>
          <a:prstGeom prst="star5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简化：取半结构进行计算</a:t>
            </a:r>
            <a:endParaRPr lang="en-US" altLang="zh-CN"/>
          </a:p>
          <a:p>
            <a:pPr lvl="2"/>
            <a:r>
              <a:rPr lang="zh-CN" altLang="en-US"/>
              <a:t>无中柱对称结构（奇数跨结构）</a:t>
            </a:r>
            <a:endParaRPr lang="en-US" altLang="zh-CN"/>
          </a:p>
          <a:p>
            <a:pPr lvl="2">
              <a:buNone/>
            </a:pPr>
            <a:r>
              <a:rPr lang="zh-CN" altLang="en-US"/>
              <a:t>    </a:t>
            </a:r>
            <a:endParaRPr lang="en-US" altLang="zh-CN"/>
          </a:p>
        </p:txBody>
      </p:sp>
      <p:pic>
        <p:nvPicPr>
          <p:cNvPr id="3010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602215"/>
            <a:ext cx="240030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2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2602215"/>
            <a:ext cx="14535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左右箭头 7"/>
          <p:cNvSpPr/>
          <p:nvPr/>
        </p:nvSpPr>
        <p:spPr bwMode="auto">
          <a:xfrm>
            <a:off x="4932040" y="3322295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6516216" y="2602215"/>
            <a:ext cx="648072" cy="64807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7664" y="2996952"/>
            <a:ext cx="430887" cy="12016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对称载荷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8304" y="2818239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仅提供弯矩和轴力，</a:t>
            </a:r>
            <a:endParaRPr lang="en-US" altLang="zh-CN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剪力为</a:t>
            </a:r>
            <a:r>
              <a:rPr lang="en-US" altLang="zh-CN" sz="1600" b="1">
                <a:solidFill>
                  <a:srgbClr val="FF0000"/>
                </a:solidFill>
              </a:rPr>
              <a:t>0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简化：取半结构进行计算</a:t>
            </a:r>
            <a:endParaRPr lang="en-US" altLang="zh-CN"/>
          </a:p>
          <a:p>
            <a:pPr lvl="2"/>
            <a:r>
              <a:rPr lang="zh-CN" altLang="en-US"/>
              <a:t>无中柱对称结构（奇数跨结构）</a:t>
            </a:r>
            <a:endParaRPr lang="en-US" altLang="zh-CN"/>
          </a:p>
          <a:p>
            <a:pPr lvl="2">
              <a:buNone/>
            </a:pPr>
            <a:r>
              <a:rPr lang="zh-CN" altLang="en-US"/>
              <a:t>    </a:t>
            </a:r>
            <a:endParaRPr lang="en-US" altLang="zh-CN"/>
          </a:p>
        </p:txBody>
      </p:sp>
      <p:pic>
        <p:nvPicPr>
          <p:cNvPr id="3010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602215"/>
            <a:ext cx="240030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20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2602215"/>
            <a:ext cx="1453515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左右箭头 7"/>
          <p:cNvSpPr/>
          <p:nvPr/>
        </p:nvSpPr>
        <p:spPr bwMode="auto">
          <a:xfrm>
            <a:off x="4932040" y="3322295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6516216" y="2602215"/>
            <a:ext cx="648072" cy="64807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08304" y="2818239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仅提供弯矩和轴力，</a:t>
            </a:r>
            <a:endParaRPr lang="en-US" altLang="zh-CN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剪力为</a:t>
            </a:r>
            <a:r>
              <a:rPr lang="en-US" altLang="zh-CN" sz="1600" b="1">
                <a:solidFill>
                  <a:srgbClr val="FF0000"/>
                </a:solidFill>
              </a:rPr>
              <a:t>0</a:t>
            </a:r>
            <a:endParaRPr lang="zh-CN" altLang="en-US" sz="1600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47664" y="2996952"/>
            <a:ext cx="430887" cy="12016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对称载荷</a:t>
            </a:r>
          </a:p>
        </p:txBody>
      </p:sp>
      <p:pic>
        <p:nvPicPr>
          <p:cNvPr id="30310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339752" y="4618439"/>
            <a:ext cx="240030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310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20873" y="4618439"/>
            <a:ext cx="1406843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左右箭头 13"/>
          <p:cNvSpPr/>
          <p:nvPr/>
        </p:nvSpPr>
        <p:spPr bwMode="auto">
          <a:xfrm>
            <a:off x="4932040" y="5338519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08304" y="4834463"/>
            <a:ext cx="1296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弯矩和轴力为</a:t>
            </a:r>
            <a:r>
              <a:rPr lang="en-US" altLang="zh-CN" sz="1600" b="1">
                <a:solidFill>
                  <a:srgbClr val="FF0000"/>
                </a:solidFill>
              </a:rPr>
              <a:t>0</a:t>
            </a:r>
            <a:r>
              <a:rPr lang="zh-CN" altLang="en-US" sz="1600" b="1">
                <a:solidFill>
                  <a:srgbClr val="FF0000"/>
                </a:solidFill>
              </a:rPr>
              <a:t>，</a:t>
            </a:r>
            <a:endParaRPr lang="en-US" altLang="zh-CN" sz="1600" b="1">
              <a:solidFill>
                <a:srgbClr val="FF0000"/>
              </a:solidFill>
            </a:endParaRPr>
          </a:p>
          <a:p>
            <a:r>
              <a:rPr lang="zh-CN" altLang="en-US" sz="1600" b="1">
                <a:solidFill>
                  <a:srgbClr val="FF0000"/>
                </a:solidFill>
              </a:rPr>
              <a:t>仅提供剪力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47664" y="4869160"/>
            <a:ext cx="430887" cy="14789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反对称载荷</a:t>
            </a:r>
          </a:p>
        </p:txBody>
      </p:sp>
      <p:sp>
        <p:nvSpPr>
          <p:cNvPr id="15" name="椭圆 14"/>
          <p:cNvSpPr/>
          <p:nvPr/>
        </p:nvSpPr>
        <p:spPr bwMode="auto">
          <a:xfrm>
            <a:off x="6444208" y="4725144"/>
            <a:ext cx="648072" cy="64807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简化：取半结构进行计算</a:t>
            </a:r>
            <a:endParaRPr lang="en-US" altLang="zh-CN"/>
          </a:p>
          <a:p>
            <a:pPr lvl="2"/>
            <a:r>
              <a:rPr lang="zh-CN" altLang="en-US"/>
              <a:t>有中柱对称结构（偶数跨结构）</a:t>
            </a:r>
            <a:endParaRPr lang="en-US" altLang="zh-CN"/>
          </a:p>
          <a:p>
            <a:pPr lvl="2">
              <a:buNone/>
            </a:pPr>
            <a:r>
              <a:rPr lang="zh-CN" altLang="en-US"/>
              <a:t>    </a:t>
            </a:r>
            <a:endParaRPr lang="en-US" altLang="zh-CN"/>
          </a:p>
        </p:txBody>
      </p:sp>
      <p:sp>
        <p:nvSpPr>
          <p:cNvPr id="8" name="左右箭头 7"/>
          <p:cNvSpPr/>
          <p:nvPr/>
        </p:nvSpPr>
        <p:spPr bwMode="auto">
          <a:xfrm>
            <a:off x="4932040" y="3322295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1560" y="2996952"/>
            <a:ext cx="430887" cy="12016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对称载荷</a:t>
            </a:r>
          </a:p>
        </p:txBody>
      </p:sp>
      <p:sp>
        <p:nvSpPr>
          <p:cNvPr id="14" name="左右箭头 13"/>
          <p:cNvSpPr/>
          <p:nvPr/>
        </p:nvSpPr>
        <p:spPr bwMode="auto">
          <a:xfrm>
            <a:off x="3862194" y="5877272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1560" y="4869160"/>
            <a:ext cx="430887" cy="14789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反对称载荷</a:t>
            </a:r>
          </a:p>
        </p:txBody>
      </p:sp>
      <p:pic>
        <p:nvPicPr>
          <p:cNvPr id="304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2616364"/>
            <a:ext cx="2406968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41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2622853"/>
            <a:ext cx="141351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椭圆 8"/>
          <p:cNvSpPr/>
          <p:nvPr/>
        </p:nvSpPr>
        <p:spPr bwMode="auto">
          <a:xfrm>
            <a:off x="8100392" y="2636912"/>
            <a:ext cx="648072" cy="64807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3041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3968" y="2636912"/>
            <a:ext cx="2406968" cy="1713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左右箭头 18"/>
          <p:cNvSpPr/>
          <p:nvPr/>
        </p:nvSpPr>
        <p:spPr bwMode="auto">
          <a:xfrm>
            <a:off x="3851920" y="3861048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0" name="左右箭头 19"/>
          <p:cNvSpPr/>
          <p:nvPr/>
        </p:nvSpPr>
        <p:spPr bwMode="auto">
          <a:xfrm>
            <a:off x="6804248" y="3871322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30413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4653136"/>
            <a:ext cx="2406968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413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83968" y="4653136"/>
            <a:ext cx="2406968" cy="1713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413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64288" y="4653136"/>
            <a:ext cx="1466850" cy="190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椭圆 14"/>
          <p:cNvSpPr/>
          <p:nvPr/>
        </p:nvSpPr>
        <p:spPr bwMode="auto">
          <a:xfrm>
            <a:off x="8028384" y="4725144"/>
            <a:ext cx="648072" cy="64807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4" name="左右箭头 23"/>
          <p:cNvSpPr/>
          <p:nvPr/>
        </p:nvSpPr>
        <p:spPr bwMode="auto">
          <a:xfrm>
            <a:off x="6804248" y="5949280"/>
            <a:ext cx="360040" cy="216024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二、对称性的利用</a:t>
            </a:r>
            <a:endParaRPr lang="en-US" altLang="zh-CN"/>
          </a:p>
          <a:p>
            <a:pPr lvl="1"/>
            <a:r>
              <a:rPr lang="zh-CN" altLang="en-US"/>
              <a:t>总结</a:t>
            </a:r>
            <a:endParaRPr lang="en-US" altLang="zh-CN"/>
          </a:p>
          <a:p>
            <a:pPr lvl="2"/>
            <a:r>
              <a:rPr lang="zh-CN" altLang="en-US"/>
              <a:t>前提：基本结构对称，载荷对称或反对称</a:t>
            </a:r>
            <a:endParaRPr lang="en-US" altLang="zh-CN"/>
          </a:p>
          <a:p>
            <a:pPr lvl="2"/>
            <a:r>
              <a:rPr lang="zh-CN" altLang="en-US"/>
              <a:t>选用对称力或反对称力作为基本未知量</a:t>
            </a:r>
            <a:endParaRPr lang="en-US" altLang="zh-CN"/>
          </a:p>
          <a:p>
            <a:pPr lvl="2"/>
            <a:r>
              <a:rPr lang="zh-CN" altLang="en-US"/>
              <a:t>对称载荷下，只用考虑对称未知力，反对称未知力为零</a:t>
            </a:r>
            <a:endParaRPr lang="en-US" altLang="zh-CN"/>
          </a:p>
          <a:p>
            <a:pPr lvl="2"/>
            <a:r>
              <a:rPr lang="zh-CN" altLang="en-US"/>
              <a:t>反对称载荷下，只用考虑反对称未知力，对称未知力为零</a:t>
            </a:r>
            <a:endParaRPr lang="en-US" altLang="zh-CN"/>
          </a:p>
          <a:p>
            <a:pPr lvl="2"/>
            <a:r>
              <a:rPr lang="zh-CN" altLang="en-US"/>
              <a:t>非对称载荷可以分解为对称载荷和反对称载荷</a:t>
            </a:r>
            <a:endParaRPr lang="en-US" altLang="zh-CN"/>
          </a:p>
          <a:p>
            <a:pPr lvl="2"/>
            <a:r>
              <a:rPr lang="zh-CN" altLang="en-US"/>
              <a:t>简化：取半结构进行计算</a:t>
            </a:r>
            <a:endParaRPr lang="en-US" altLang="zh-C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7-5 </a:t>
            </a:r>
            <a:r>
              <a:rPr lang="zh-CN" altLang="en-US"/>
              <a:t>对称结构的计算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7584" y="1676333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奇数跨对称刚架在正对称荷载作用下，对称轴处简化为一定向支座。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584" y="2045665"/>
            <a:ext cx="756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奇数跨对称刚架在反对称荷载作用下，对称轴处简化为一竖向链杆。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584" y="2492896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偶数跨对称刚架在正对称荷载作用下，当不考虑中柱轴向变形时，对称轴的截面无位移，简化为固定支座。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84" y="3139227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偶数跨对称刚架在反对称荷载作用下，当不考虑中柱轴向变形时，对称轴的截面无位移，原结构简化为半结构，且中柱的惯性矩减半。</a:t>
            </a: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37606"/>
              </p:ext>
            </p:extLst>
          </p:nvPr>
        </p:nvGraphicFramePr>
        <p:xfrm>
          <a:off x="1619672" y="3717032"/>
          <a:ext cx="5184775" cy="293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0841" name="AutoCAD Drawing" r:id="rId3" imgW="8943975" imgH="4448175" progId="AutoCAD.Drawing.16">
                  <p:embed/>
                </p:oleObj>
              </mc:Choice>
              <mc:Fallback>
                <p:oleObj name="AutoCAD Drawing" r:id="rId3" imgW="8943975" imgH="4448175" progId="AutoCAD.Drawing.1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35333" r="45041" b="5396"/>
                      <a:stretch>
                        <a:fillRect/>
                      </a:stretch>
                    </p:blipFill>
                    <p:spPr bwMode="auto">
                      <a:xfrm>
                        <a:off x="1619672" y="3717032"/>
                        <a:ext cx="5184775" cy="293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7544" y="1340768"/>
            <a:ext cx="8280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取半结构的原则：</a:t>
            </a:r>
          </a:p>
        </p:txBody>
      </p:sp>
    </p:spTree>
    <p:extLst>
      <p:ext uri="{BB962C8B-B14F-4D97-AF65-F5344CB8AC3E}">
        <p14:creationId xmlns:p14="http://schemas.microsoft.com/office/powerpoint/2010/main" val="1398874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7-6 </a:t>
            </a:r>
            <a:r>
              <a:rPr lang="zh-CN" altLang="en-US" dirty="0"/>
              <a:t>两铰拱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9390" y="1484784"/>
            <a:ext cx="822907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266700"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just"/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400" dirty="0">
                <a:latin typeface="楷体_GB2312" pitchFamily="49" charset="-122"/>
                <a:ea typeface="楷体_GB2312" pitchFamily="49" charset="-122"/>
              </a:rPr>
              <a:t>超静定拱是土木建筑工程中常用的一种结构形式，常见超静定拱有两铰拱和无铰拱。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861747"/>
              </p:ext>
            </p:extLst>
          </p:nvPr>
        </p:nvGraphicFramePr>
        <p:xfrm>
          <a:off x="971600" y="2996952"/>
          <a:ext cx="3384550" cy="190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038" r:id="rId3" imgW="2924175" imgH="2095500" progId="AutoCAD.Drawing.16">
                  <p:embed/>
                </p:oleObj>
              </mc:Choice>
              <mc:Fallback>
                <p:oleObj r:id="rId3" imgW="2924175" imgH="2095500" progId="AutoCAD.Drawing.1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1364"/>
                      <a:stretch>
                        <a:fillRect/>
                      </a:stretch>
                    </p:blipFill>
                    <p:spPr bwMode="auto">
                      <a:xfrm>
                        <a:off x="971600" y="2996952"/>
                        <a:ext cx="3384550" cy="190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0386214"/>
              </p:ext>
            </p:extLst>
          </p:nvPr>
        </p:nvGraphicFramePr>
        <p:xfrm>
          <a:off x="5220072" y="3212976"/>
          <a:ext cx="2951163" cy="136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039" name="AutoCAD Drawing" r:id="rId5" imgW="2924175" imgH="2095500" progId="AutoCAD.Drawing.16">
                  <p:embed/>
                </p:oleObj>
              </mc:Choice>
              <mc:Fallback>
                <p:oleObj name="AutoCAD Drawing" r:id="rId5" imgW="2924175" imgH="2095500" progId="AutoCAD.Drawing.1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26819" r="19849" b="24091"/>
                      <a:stretch>
                        <a:fillRect/>
                      </a:stretch>
                    </p:blipFill>
                    <p:spPr bwMode="auto">
                      <a:xfrm>
                        <a:off x="5220072" y="3212976"/>
                        <a:ext cx="2951163" cy="136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950254" y="4725144"/>
            <a:ext cx="1295400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000" dirty="0">
                <a:latin typeface="楷体_GB2312" pitchFamily="49" charset="-122"/>
              </a:rPr>
              <a:t>两铰拱</a:t>
            </a:r>
            <a:r>
              <a:rPr lang="zh-CN" altLang="en-US" sz="2200" dirty="0">
                <a:latin typeface="Times New Roman"/>
              </a:rPr>
              <a:t> </a:t>
            </a:r>
            <a:endParaRPr lang="zh-CN" altLang="en-US" sz="2200" dirty="0">
              <a:latin typeface="楷体_GB2312" pitchFamily="49" charset="-122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6156176" y="4740225"/>
            <a:ext cx="13049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000" dirty="0">
                <a:latin typeface="楷体_GB2312" pitchFamily="49" charset="-122"/>
              </a:rPr>
              <a:t>无铰拱</a:t>
            </a:r>
          </a:p>
        </p:txBody>
      </p:sp>
    </p:spTree>
    <p:extLst>
      <p:ext uri="{BB962C8B-B14F-4D97-AF65-F5344CB8AC3E}">
        <p14:creationId xmlns:p14="http://schemas.microsoft.com/office/powerpoint/2010/main" val="421236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一、超静定拱总论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回顾：静定三铰拱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6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196752"/>
            <a:ext cx="280606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 13"/>
          <p:cNvSpPr/>
          <p:nvPr/>
        </p:nvSpPr>
        <p:spPr>
          <a:xfrm>
            <a:off x="7524328" y="1772816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静定三铰拱</a:t>
            </a:r>
          </a:p>
        </p:txBody>
      </p:sp>
      <p:sp>
        <p:nvSpPr>
          <p:cNvPr id="15" name="矩形 14"/>
          <p:cNvSpPr/>
          <p:nvPr/>
        </p:nvSpPr>
        <p:spPr>
          <a:xfrm>
            <a:off x="7812360" y="3068960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等代梁</a:t>
            </a: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4551" y="2705477"/>
            <a:ext cx="2783205" cy="101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06185" name="Object 4"/>
          <p:cNvGraphicFramePr>
            <a:graphicFrameLocks noChangeAspect="1"/>
          </p:cNvGraphicFramePr>
          <p:nvPr/>
        </p:nvGraphicFramePr>
        <p:xfrm>
          <a:off x="1763688" y="2163768"/>
          <a:ext cx="2365375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6403" name="Equation" r:id="rId5" imgW="1815840" imgH="1180800" progId="Equation.DSMT4">
                  <p:embed/>
                </p:oleObj>
              </mc:Choice>
              <mc:Fallback>
                <p:oleObj name="Equation" r:id="rId5" imgW="1815840" imgH="1180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63768"/>
                        <a:ext cx="2365375" cy="153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4E22D345-17B0-44BB-9509-58B21A0DB512}"/>
              </a:ext>
            </a:extLst>
          </p:cNvPr>
          <p:cNvSpPr txBox="1"/>
          <p:nvPr/>
        </p:nvSpPr>
        <p:spPr>
          <a:xfrm>
            <a:off x="7470009" y="336612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只有竖向荷载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ln>
            <a:solidFill>
              <a:schemeClr val="bg1"/>
            </a:solidFill>
          </a:ln>
        </p:spPr>
        <p:txBody>
          <a:bodyPr/>
          <a:lstStyle/>
          <a:p>
            <a:r>
              <a:rPr lang="zh-CN" altLang="en-US"/>
              <a:t>一、超静定拱总论</a:t>
            </a:r>
            <a:endParaRPr lang="en-US" altLang="zh-CN"/>
          </a:p>
          <a:p>
            <a:pPr lvl="2"/>
            <a:r>
              <a:rPr lang="zh-CN" altLang="en-US"/>
              <a:t>回顾：静定三铰拱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超静定拱</a:t>
            </a:r>
            <a:endParaRPr lang="en-US" altLang="zh-CN"/>
          </a:p>
          <a:p>
            <a:pPr lvl="3"/>
            <a:r>
              <a:rPr lang="zh-CN" altLang="en-US">
                <a:solidFill>
                  <a:srgbClr val="FF0000"/>
                </a:solidFill>
              </a:rPr>
              <a:t>无铰拱：</a:t>
            </a:r>
            <a:endParaRPr lang="en-US" altLang="zh-CN">
              <a:solidFill>
                <a:srgbClr val="FF0000"/>
              </a:solidFill>
            </a:endParaRPr>
          </a:p>
          <a:p>
            <a:pPr lvl="3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3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/>
              <a:t>这里只讨论对称情况</a:t>
            </a:r>
            <a:endParaRPr lang="en-US" altLang="zh-CN">
              <a:solidFill>
                <a:srgbClr val="FF0000"/>
              </a:solidFill>
            </a:endParaRPr>
          </a:p>
          <a:p>
            <a:pPr lvl="3"/>
            <a:endParaRPr lang="en-US" altLang="zh-CN"/>
          </a:p>
          <a:p>
            <a:pPr lvl="3"/>
            <a:endParaRPr lang="en-US" altLang="zh-CN"/>
          </a:p>
          <a:p>
            <a:pPr lvl="3"/>
            <a:endParaRPr lang="en-US" altLang="zh-CN"/>
          </a:p>
        </p:txBody>
      </p:sp>
      <p:pic>
        <p:nvPicPr>
          <p:cNvPr id="306186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196752"/>
            <a:ext cx="280606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 13"/>
          <p:cNvSpPr/>
          <p:nvPr/>
        </p:nvSpPr>
        <p:spPr>
          <a:xfrm>
            <a:off x="7524328" y="1772816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静定三铰拱</a:t>
            </a:r>
          </a:p>
        </p:txBody>
      </p:sp>
      <p:sp>
        <p:nvSpPr>
          <p:cNvPr id="15" name="矩形 14"/>
          <p:cNvSpPr/>
          <p:nvPr/>
        </p:nvSpPr>
        <p:spPr>
          <a:xfrm>
            <a:off x="7732221" y="3068960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等代梁</a:t>
            </a: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4551" y="2705477"/>
            <a:ext cx="2783205" cy="101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06185" name="Object 4"/>
          <p:cNvGraphicFramePr>
            <a:graphicFrameLocks noChangeAspect="1"/>
          </p:cNvGraphicFramePr>
          <p:nvPr/>
        </p:nvGraphicFramePr>
        <p:xfrm>
          <a:off x="1763688" y="2163768"/>
          <a:ext cx="2365375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2" name="Equation" r:id="rId5" imgW="1815840" imgH="1180800" progId="Equation.DSMT4">
                  <p:embed/>
                </p:oleObj>
              </mc:Choice>
              <mc:Fallback>
                <p:oleObj name="Equation" r:id="rId5" imgW="1815840" imgH="1180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63768"/>
                        <a:ext cx="2365375" cy="153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0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86823" y="4005064"/>
            <a:ext cx="2577465" cy="101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 15"/>
          <p:cNvSpPr/>
          <p:nvPr/>
        </p:nvSpPr>
        <p:spPr>
          <a:xfrm>
            <a:off x="7740352" y="4293096"/>
            <a:ext cx="8053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763" lvl="3"/>
            <a:r>
              <a:rPr lang="zh-CN" altLang="en-US" sz="1600" b="1"/>
              <a:t>无铰拱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一、超静定拱总论</a:t>
            </a:r>
            <a:endParaRPr lang="en-US" altLang="zh-CN"/>
          </a:p>
          <a:p>
            <a:pPr lvl="2"/>
            <a:r>
              <a:rPr lang="zh-CN" altLang="en-US"/>
              <a:t>回顾：静定三铰拱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超静定拱</a:t>
            </a:r>
            <a:endParaRPr lang="en-US" altLang="zh-CN"/>
          </a:p>
          <a:p>
            <a:pPr lvl="3"/>
            <a:r>
              <a:rPr lang="zh-CN" altLang="en-US"/>
              <a:t>无铰拱：</a:t>
            </a:r>
            <a:endParaRPr lang="en-US" altLang="zh-CN"/>
          </a:p>
          <a:p>
            <a:pPr lvl="3">
              <a:buNone/>
            </a:pPr>
            <a:r>
              <a:rPr lang="en-US" altLang="zh-CN"/>
              <a:t>	3</a:t>
            </a:r>
            <a:r>
              <a:rPr lang="zh-CN" altLang="en-US"/>
              <a:t>次超静定</a:t>
            </a:r>
            <a:endParaRPr lang="en-US" altLang="zh-CN"/>
          </a:p>
          <a:p>
            <a:pPr lvl="3">
              <a:buNone/>
            </a:pPr>
            <a:r>
              <a:rPr lang="en-US" altLang="zh-CN"/>
              <a:t>	</a:t>
            </a:r>
            <a:r>
              <a:rPr lang="zh-CN" altLang="en-US"/>
              <a:t>这里只讨论对称情况</a:t>
            </a:r>
            <a:endParaRPr lang="en-US" altLang="zh-CN"/>
          </a:p>
          <a:p>
            <a:pPr lvl="3"/>
            <a:r>
              <a:rPr lang="zh-CN" altLang="en-US">
                <a:solidFill>
                  <a:srgbClr val="FF0000"/>
                </a:solidFill>
              </a:rPr>
              <a:t>两铰拱：</a:t>
            </a:r>
            <a:endParaRPr lang="en-US" altLang="zh-CN">
              <a:solidFill>
                <a:srgbClr val="FF0000"/>
              </a:solidFill>
            </a:endParaRPr>
          </a:p>
          <a:p>
            <a:pPr lvl="3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en-US" altLang="zh-CN"/>
              <a:t>1</a:t>
            </a:r>
            <a:r>
              <a:rPr lang="zh-CN" altLang="en-US"/>
              <a:t>次超静定</a:t>
            </a:r>
            <a:endParaRPr lang="en-US" altLang="zh-CN"/>
          </a:p>
          <a:p>
            <a:pPr lvl="3">
              <a:buNone/>
            </a:pPr>
            <a:r>
              <a:rPr lang="en-US" altLang="zh-CN"/>
              <a:t>	</a:t>
            </a:r>
            <a:r>
              <a:rPr lang="zh-CN" altLang="en-US"/>
              <a:t>两种情况</a:t>
            </a:r>
            <a:endParaRPr lang="en-US" altLang="zh-CN"/>
          </a:p>
        </p:txBody>
      </p:sp>
      <p:pic>
        <p:nvPicPr>
          <p:cNvPr id="306186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1196752"/>
            <a:ext cx="280606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矩形 13"/>
          <p:cNvSpPr/>
          <p:nvPr/>
        </p:nvSpPr>
        <p:spPr>
          <a:xfrm>
            <a:off x="7524328" y="1772816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静定三铰拱</a:t>
            </a:r>
          </a:p>
        </p:txBody>
      </p:sp>
      <p:sp>
        <p:nvSpPr>
          <p:cNvPr id="15" name="矩形 14"/>
          <p:cNvSpPr/>
          <p:nvPr/>
        </p:nvSpPr>
        <p:spPr>
          <a:xfrm>
            <a:off x="7732221" y="3068960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等代梁</a:t>
            </a: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04551" y="2705477"/>
            <a:ext cx="2783205" cy="101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06185" name="Object 4"/>
          <p:cNvGraphicFramePr>
            <a:graphicFrameLocks noChangeAspect="1"/>
          </p:cNvGraphicFramePr>
          <p:nvPr/>
        </p:nvGraphicFramePr>
        <p:xfrm>
          <a:off x="1763688" y="2163768"/>
          <a:ext cx="2365375" cy="153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44" name="Equation" r:id="rId5" imgW="1815840" imgH="1180800" progId="Equation.DSMT4">
                  <p:embed/>
                </p:oleObj>
              </mc:Choice>
              <mc:Fallback>
                <p:oleObj name="Equation" r:id="rId5" imgW="1815840" imgH="1180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163768"/>
                        <a:ext cx="2365375" cy="1538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7205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586823" y="3857605"/>
            <a:ext cx="2577465" cy="1011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矩形 15"/>
          <p:cNvSpPr/>
          <p:nvPr/>
        </p:nvSpPr>
        <p:spPr>
          <a:xfrm>
            <a:off x="7740352" y="4293096"/>
            <a:ext cx="80534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763" lvl="3"/>
            <a:r>
              <a:rPr lang="zh-CN" altLang="en-US" sz="1600" b="1"/>
              <a:t>无铰拱</a:t>
            </a:r>
            <a:endParaRPr lang="en-US" altLang="zh-CN" sz="1600" b="1"/>
          </a:p>
        </p:txBody>
      </p:sp>
      <p:pic>
        <p:nvPicPr>
          <p:cNvPr id="308227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91880" y="5229200"/>
            <a:ext cx="2572226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228" name="Picture 4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308922" y="5229200"/>
            <a:ext cx="2525078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矩形 16"/>
          <p:cNvSpPr/>
          <p:nvPr/>
        </p:nvSpPr>
        <p:spPr>
          <a:xfrm>
            <a:off x="6804248" y="5949280"/>
            <a:ext cx="1626086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>
            <a:spAutoFit/>
          </a:bodyPr>
          <a:lstStyle/>
          <a:p>
            <a:pPr marL="4763" lvl="3"/>
            <a:r>
              <a:rPr lang="zh-CN" altLang="en-US" sz="1600" b="1"/>
              <a:t>带拉杆的两铰拱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None/>
            </a:pPr>
            <a:r>
              <a:rPr lang="zh-CN" altLang="en-US" sz="2000">
                <a:solidFill>
                  <a:srgbClr val="FF0000"/>
                </a:solidFill>
              </a:rPr>
              <a:t>无拉杆的双铰拱</a:t>
            </a:r>
            <a:endParaRPr lang="en-US" altLang="zh-CN" sz="2000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2060848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429000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3196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29000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/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为什么能这样简化？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2060848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77540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36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77540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110494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37" name="Equation" r:id="rId8" imgW="1803240" imgH="1054080" progId="Equation.DSMT4">
                  <p:embed/>
                </p:oleObj>
              </mc:Choice>
              <mc:Fallback>
                <p:oleObj name="Equation" r:id="rId8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10494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超静定拱分析计算的两条说明：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因拱轴线是曲线，力法方程中的系数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与自由项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𝚫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的计算一般不能采用图乘法，而必须采用积分的方法。当拱轴线的曲率半径与杆件截面高度之比</a:t>
                </a:r>
                <a14:m>
                  <m:oMath xmlns:m="http://schemas.openxmlformats.org/officeDocument/2006/math">
                    <m:r>
                      <a:rPr lang="en-US" altLang="zh-CN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𝐑</m:t>
                    </m:r>
                    <m:r>
                      <a:rPr lang="en-US" altLang="zh-CN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时，可以忽略拱轴线曲率的影响，按直杆的位移公式计算位移。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常用的两铰拱拱顶截面高度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计算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时可忽略剪切变形的影响；若拱矢高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则轴向变形也可以忽略；但对扁平拱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,</a:t>
                </a: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则必须同时考虑弯曲变形喝轴向变形的影响。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2"/>
                <a:endParaRPr lang="en-US" altLang="zh-CN" dirty="0">
                  <a:solidFill>
                    <a:srgbClr val="FF0000"/>
                  </a:solidFill>
                </a:endParaRPr>
              </a:p>
              <a:p>
                <a:pPr lvl="2"/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0" t="-363" r="-10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9674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为什么能这样简化？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77000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40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77000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109954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41" name="Equation" r:id="rId8" imgW="1803240" imgH="1054080" progId="Equation.DSMT4">
                  <p:embed/>
                </p:oleObj>
              </mc:Choice>
              <mc:Fallback>
                <p:oleObj name="Equation" r:id="rId8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09954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4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87341" y="4149080"/>
            <a:ext cx="2428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0" name="Object 5"/>
          <p:cNvGraphicFramePr>
            <a:graphicFrameLocks noChangeAspect="1"/>
          </p:cNvGraphicFramePr>
          <p:nvPr/>
        </p:nvGraphicFramePr>
        <p:xfrm>
          <a:off x="5095453" y="4869160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42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453" y="4869160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2" name="Object 19"/>
          <p:cNvGraphicFramePr>
            <a:graphicFrameLocks noChangeAspect="1"/>
          </p:cNvGraphicFramePr>
          <p:nvPr/>
        </p:nvGraphicFramePr>
        <p:xfrm>
          <a:off x="5076056" y="5445224"/>
          <a:ext cx="1816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43" name="Equation" r:id="rId13" imgW="1574640" imgH="647640" progId="Equation.DSMT4">
                  <p:embed/>
                </p:oleObj>
              </mc:Choice>
              <mc:Fallback>
                <p:oleObj name="Equation" r:id="rId13" imgW="1574640" imgH="6476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5445224"/>
                        <a:ext cx="18161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53" name="Picture 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876256" y="4005064"/>
            <a:ext cx="7810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4" name="Object 19"/>
          <p:cNvGraphicFramePr>
            <a:graphicFrameLocks noChangeAspect="1"/>
          </p:cNvGraphicFramePr>
          <p:nvPr/>
        </p:nvGraphicFramePr>
        <p:xfrm>
          <a:off x="7884368" y="4365104"/>
          <a:ext cx="9667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0844" name="Equation" r:id="rId16" imgW="838080" imgH="749160" progId="Equation.DSMT4">
                  <p:embed/>
                </p:oleObj>
              </mc:Choice>
              <mc:Fallback>
                <p:oleObj name="Equation" r:id="rId16" imgW="838080" imgH="74916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4365104"/>
                        <a:ext cx="966788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67266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670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67266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100220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671" name="Equation" r:id="rId8" imgW="1803240" imgH="1054080" progId="Equation.DSMT4">
                  <p:embed/>
                </p:oleObj>
              </mc:Choice>
              <mc:Fallback>
                <p:oleObj name="Equation" r:id="rId8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00220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4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87341" y="4149080"/>
            <a:ext cx="2428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0" name="Object 5"/>
          <p:cNvGraphicFramePr>
            <a:graphicFrameLocks noChangeAspect="1"/>
          </p:cNvGraphicFramePr>
          <p:nvPr/>
        </p:nvGraphicFramePr>
        <p:xfrm>
          <a:off x="5095453" y="4869160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672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453" y="4869160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6971577"/>
              </p:ext>
            </p:extLst>
          </p:nvPr>
        </p:nvGraphicFramePr>
        <p:xfrm>
          <a:off x="5076056" y="5445224"/>
          <a:ext cx="1816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673" name="Equation" r:id="rId13" imgW="1574640" imgH="647640" progId="Equation.DSMT4">
                  <p:embed/>
                </p:oleObj>
              </mc:Choice>
              <mc:Fallback>
                <p:oleObj name="Equation" r:id="rId13" imgW="1574640" imgH="647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5445224"/>
                        <a:ext cx="18161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53" name="Picture 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876256" y="4005064"/>
            <a:ext cx="7810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4" name="Object 19"/>
          <p:cNvGraphicFramePr>
            <a:graphicFrameLocks noChangeAspect="1"/>
          </p:cNvGraphicFramePr>
          <p:nvPr/>
        </p:nvGraphicFramePr>
        <p:xfrm>
          <a:off x="7884368" y="4365104"/>
          <a:ext cx="9667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674" name="Equation" r:id="rId16" imgW="838080" imgH="749160" progId="Equation.DSMT4">
                  <p:embed/>
                </p:oleObj>
              </mc:Choice>
              <mc:Fallback>
                <p:oleObj name="Equation" r:id="rId16" imgW="838080" imgH="7491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4365104"/>
                        <a:ext cx="966788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7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012214"/>
              </p:ext>
            </p:extLst>
          </p:nvPr>
        </p:nvGraphicFramePr>
        <p:xfrm>
          <a:off x="1763688" y="5301208"/>
          <a:ext cx="294322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675" name="Equation" r:id="rId18" imgW="2552400" imgH="507960" progId="Equation.DSMT4">
                  <p:embed/>
                </p:oleObj>
              </mc:Choice>
              <mc:Fallback>
                <p:oleObj name="Equation" r:id="rId18" imgW="2552400" imgH="50796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301208"/>
                        <a:ext cx="2943225" cy="581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691680" y="5940569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2060"/>
                </a:solidFill>
              </a:rPr>
              <a:t>当拱扁平（ </a:t>
            </a:r>
            <a:r>
              <a:rPr lang="en-US" altLang="zh-CN" sz="1600" b="1" dirty="0">
                <a:solidFill>
                  <a:srgbClr val="002060"/>
                </a:solidFill>
              </a:rPr>
              <a:t>f </a:t>
            </a:r>
            <a:r>
              <a:rPr lang="zh-CN" altLang="en-US" sz="1600" b="1" dirty="0">
                <a:solidFill>
                  <a:srgbClr val="002060"/>
                </a:solidFill>
              </a:rPr>
              <a:t>较小），且截面较厚（</a:t>
            </a:r>
            <a:r>
              <a:rPr lang="en-US" altLang="zh-CN" sz="1600" b="1" dirty="0">
                <a:solidFill>
                  <a:srgbClr val="002060"/>
                </a:solidFill>
              </a:rPr>
              <a:t>h</a:t>
            </a:r>
            <a:r>
              <a:rPr lang="zh-CN" altLang="en-US" sz="1600" b="1" dirty="0">
                <a:solidFill>
                  <a:srgbClr val="002060"/>
                </a:solidFill>
              </a:rPr>
              <a:t> 较大）时，须考虑轴向变形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为什么能这样简化？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为什么     不用考虑轴力？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56992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37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56992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089406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38" name="Equation" r:id="rId8" imgW="1803240" imgH="1054080" progId="Equation.DSMT4">
                  <p:embed/>
                </p:oleObj>
              </mc:Choice>
              <mc:Fallback>
                <p:oleObj name="Equation" r:id="rId8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089406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4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87341" y="4149080"/>
            <a:ext cx="2428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0" name="Object 5"/>
          <p:cNvGraphicFramePr>
            <a:graphicFrameLocks noChangeAspect="1"/>
          </p:cNvGraphicFramePr>
          <p:nvPr/>
        </p:nvGraphicFramePr>
        <p:xfrm>
          <a:off x="5095453" y="4869160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39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453" y="4869160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2" name="Object 19"/>
          <p:cNvGraphicFramePr>
            <a:graphicFrameLocks noChangeAspect="1"/>
          </p:cNvGraphicFramePr>
          <p:nvPr/>
        </p:nvGraphicFramePr>
        <p:xfrm>
          <a:off x="4644008" y="5301208"/>
          <a:ext cx="1816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40" name="Equation" r:id="rId13" imgW="1574640" imgH="647640" progId="Equation.DSMT4">
                  <p:embed/>
                </p:oleObj>
              </mc:Choice>
              <mc:Fallback>
                <p:oleObj name="Equation" r:id="rId13" imgW="1574640" imgH="647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5301208"/>
                        <a:ext cx="18161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53" name="Picture 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876256" y="4005064"/>
            <a:ext cx="78105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4" name="Object 19"/>
          <p:cNvGraphicFramePr>
            <a:graphicFrameLocks noChangeAspect="1"/>
          </p:cNvGraphicFramePr>
          <p:nvPr/>
        </p:nvGraphicFramePr>
        <p:xfrm>
          <a:off x="7884368" y="4365104"/>
          <a:ext cx="96678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41" name="Equation" r:id="rId16" imgW="838080" imgH="749160" progId="Equation.DSMT4">
                  <p:embed/>
                </p:oleObj>
              </mc:Choice>
              <mc:Fallback>
                <p:oleObj name="Equation" r:id="rId16" imgW="838080" imgH="7491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4368" y="4365104"/>
                        <a:ext cx="966788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2" name="Object 10"/>
          <p:cNvGraphicFramePr>
            <a:graphicFrameLocks noChangeAspect="1"/>
          </p:cNvGraphicFramePr>
          <p:nvPr/>
        </p:nvGraphicFramePr>
        <p:xfrm>
          <a:off x="2411760" y="5685984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0342" name="Equation" r:id="rId18" imgW="241200" imgH="241200" progId="Equation.DSMT4">
                  <p:embed/>
                </p:oleObj>
              </mc:Choice>
              <mc:Fallback>
                <p:oleObj name="Equation" r:id="rId18" imgW="241200" imgH="2412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5685984"/>
                        <a:ext cx="288032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/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为什么能这样简化？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为什么     不用考虑轴力？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002060"/>
                </a:solidFill>
              </a:rPr>
              <a:t>因为无推力时扁拱轴力相对很小</a:t>
            </a:r>
            <a:endParaRPr lang="en-US" altLang="zh-CN">
              <a:solidFill>
                <a:srgbClr val="00206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77000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361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77000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109954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362" name="Equation" r:id="rId8" imgW="1803240" imgH="1054080" progId="Equation.DSMT4">
                  <p:embed/>
                </p:oleObj>
              </mc:Choice>
              <mc:Fallback>
                <p:oleObj name="Equation" r:id="rId8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09954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4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87341" y="4149080"/>
            <a:ext cx="2428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0" name="Object 5"/>
          <p:cNvGraphicFramePr>
            <a:graphicFrameLocks noChangeAspect="1"/>
          </p:cNvGraphicFramePr>
          <p:nvPr/>
        </p:nvGraphicFramePr>
        <p:xfrm>
          <a:off x="5095453" y="4869160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363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453" y="4869160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402" name="Object 10"/>
          <p:cNvGraphicFramePr>
            <a:graphicFrameLocks noChangeAspect="1"/>
          </p:cNvGraphicFramePr>
          <p:nvPr/>
        </p:nvGraphicFramePr>
        <p:xfrm>
          <a:off x="2411760" y="5706532"/>
          <a:ext cx="288032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364" name="Equation" r:id="rId13" imgW="241200" imgH="241200" progId="Equation.DSMT4">
                  <p:embed/>
                </p:oleObj>
              </mc:Choice>
              <mc:Fallback>
                <p:oleObj name="Equation" r:id="rId13" imgW="241200" imgH="241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5706532"/>
                        <a:ext cx="288032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6424" name="Picture 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6588224" y="4005064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64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913455"/>
              </p:ext>
            </p:extLst>
          </p:nvPr>
        </p:nvGraphicFramePr>
        <p:xfrm>
          <a:off x="6443663" y="5373688"/>
          <a:ext cx="2503487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365" name="Equation" r:id="rId16" imgW="2171520" imgH="317160" progId="Equation.DSMT4">
                  <p:embed/>
                </p:oleObj>
              </mc:Choice>
              <mc:Fallback>
                <p:oleObj name="Equation" r:id="rId16" imgW="2171520" imgH="3171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373688"/>
                        <a:ext cx="2503487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6" name="Object 10"/>
          <p:cNvGraphicFramePr>
            <a:graphicFrameLocks noChangeAspect="1"/>
          </p:cNvGraphicFramePr>
          <p:nvPr/>
        </p:nvGraphicFramePr>
        <p:xfrm>
          <a:off x="4499992" y="5301208"/>
          <a:ext cx="1816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1366" name="Equation" r:id="rId18" imgW="1574640" imgH="647640" progId="Equation.DSMT4">
                  <p:embed/>
                </p:oleObj>
              </mc:Choice>
              <mc:Fallback>
                <p:oleObj name="Equation" r:id="rId18" imgW="1574640" imgH="6476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5301208"/>
                        <a:ext cx="18161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67266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73" name="Equation" r:id="rId6" imgW="1002960" imgH="241200" progId="Equation.DSMT4">
                  <p:embed/>
                </p:oleObj>
              </mc:Choice>
              <mc:Fallback>
                <p:oleObj name="Equation" r:id="rId6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67266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100220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74" name="Equation" r:id="rId8" imgW="1803240" imgH="1054080" progId="Equation.DSMT4">
                  <p:embed/>
                </p:oleObj>
              </mc:Choice>
              <mc:Fallback>
                <p:oleObj name="Equation" r:id="rId8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100220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4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607621" y="4149080"/>
            <a:ext cx="2428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0" name="Object 5"/>
          <p:cNvGraphicFramePr>
            <a:graphicFrameLocks noChangeAspect="1"/>
          </p:cNvGraphicFramePr>
          <p:nvPr/>
        </p:nvGraphicFramePr>
        <p:xfrm>
          <a:off x="7596336" y="5013176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75" name="Equation" r:id="rId11" imgW="266400" imgH="241200" progId="Equation.DSMT4">
                  <p:embed/>
                </p:oleObj>
              </mc:Choice>
              <mc:Fallback>
                <p:oleObj name="Equation" r:id="rId11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5013176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6424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067944" y="4005064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6425" name="Object 5"/>
          <p:cNvGraphicFramePr>
            <a:graphicFrameLocks noChangeAspect="1"/>
          </p:cNvGraphicFramePr>
          <p:nvPr/>
        </p:nvGraphicFramePr>
        <p:xfrm>
          <a:off x="4788024" y="5085184"/>
          <a:ext cx="8064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76" name="Equation" r:id="rId14" imgW="698400" imgH="266400" progId="Equation.DSMT4">
                  <p:embed/>
                </p:oleObj>
              </mc:Choice>
              <mc:Fallback>
                <p:oleObj name="Equation" r:id="rId14" imgW="698400" imgH="26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5085184"/>
                        <a:ext cx="80645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6" name="Object 10"/>
          <p:cNvGraphicFramePr>
            <a:graphicFrameLocks noChangeAspect="1"/>
          </p:cNvGraphicFramePr>
          <p:nvPr/>
        </p:nvGraphicFramePr>
        <p:xfrm>
          <a:off x="6876256" y="5301208"/>
          <a:ext cx="1816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177" name="Equation" r:id="rId16" imgW="1574640" imgH="647640" progId="Equation.DSMT4">
                  <p:embed/>
                </p:oleObj>
              </mc:Choice>
              <mc:Fallback>
                <p:oleObj name="Equation" r:id="rId16" imgW="1574640" imgH="647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5301208"/>
                        <a:ext cx="18161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355976" y="5517232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只承受竖向载荷时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97548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5695" name="Equation" r:id="rId7" imgW="1002960" imgH="241200" progId="Equation.DSMT4">
                  <p:embed/>
                </p:oleObj>
              </mc:Choice>
              <mc:Fallback>
                <p:oleObj name="Equation" r:id="rId7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97548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077072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5696" name="Equation" r:id="rId9" imgW="1803240" imgH="1054080" progId="Equation.DSMT4">
                  <p:embed/>
                </p:oleObj>
              </mc:Choice>
              <mc:Fallback>
                <p:oleObj name="Equation" r:id="rId9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077072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3349" name="Picture 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607621" y="4149080"/>
            <a:ext cx="24288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3350" name="Object 5"/>
          <p:cNvGraphicFramePr>
            <a:graphicFrameLocks noChangeAspect="1"/>
          </p:cNvGraphicFramePr>
          <p:nvPr/>
        </p:nvGraphicFramePr>
        <p:xfrm>
          <a:off x="7596336" y="5013176"/>
          <a:ext cx="3460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5697" name="Equation" r:id="rId12" imgW="266400" imgH="241200" progId="Equation.DSMT4">
                  <p:embed/>
                </p:oleObj>
              </mc:Choice>
              <mc:Fallback>
                <p:oleObj name="Equation" r:id="rId12" imgW="266400" imgH="241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5013176"/>
                        <a:ext cx="346075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6424" name="Picture 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067944" y="4005064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6425" name="Object 5"/>
          <p:cNvGraphicFramePr>
            <a:graphicFrameLocks noChangeAspect="1"/>
          </p:cNvGraphicFramePr>
          <p:nvPr/>
        </p:nvGraphicFramePr>
        <p:xfrm>
          <a:off x="4860032" y="5733256"/>
          <a:ext cx="80645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5698" name="Equation" r:id="rId15" imgW="698400" imgH="266400" progId="Equation.DSMT4">
                  <p:embed/>
                </p:oleObj>
              </mc:Choice>
              <mc:Fallback>
                <p:oleObj name="Equation" r:id="rId15" imgW="698400" imgH="26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5733256"/>
                        <a:ext cx="806450" cy="30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6426" name="Object 10"/>
          <p:cNvGraphicFramePr>
            <a:graphicFrameLocks noChangeAspect="1"/>
          </p:cNvGraphicFramePr>
          <p:nvPr/>
        </p:nvGraphicFramePr>
        <p:xfrm>
          <a:off x="6876256" y="5301208"/>
          <a:ext cx="18161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5699" name="Equation" r:id="rId17" imgW="1574640" imgH="647640" progId="Equation.DSMT4">
                  <p:embed/>
                </p:oleObj>
              </mc:Choice>
              <mc:Fallback>
                <p:oleObj name="Equation" r:id="rId17" imgW="1574640" imgH="6476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56" y="5301208"/>
                        <a:ext cx="1816100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355976" y="5301208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只承受竖向载荷时</a:t>
            </a:r>
          </a:p>
        </p:txBody>
      </p:sp>
      <p:graphicFrame>
        <p:nvGraphicFramePr>
          <p:cNvPr id="21" name="Object 19"/>
          <p:cNvGraphicFramePr>
            <a:graphicFrameLocks noChangeAspect="1"/>
          </p:cNvGraphicFramePr>
          <p:nvPr/>
        </p:nvGraphicFramePr>
        <p:xfrm>
          <a:off x="1691680" y="5373216"/>
          <a:ext cx="2198687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5700" name="Equation" r:id="rId19" imgW="1904760" imgH="1002960" progId="Equation.DSMT4">
                  <p:embed/>
                </p:oleObj>
              </mc:Choice>
              <mc:Fallback>
                <p:oleObj name="Equation" r:id="rId19" imgW="1904760" imgH="1002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373216"/>
                        <a:ext cx="2198687" cy="11541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下箭头 21"/>
          <p:cNvSpPr/>
          <p:nvPr/>
        </p:nvSpPr>
        <p:spPr bwMode="auto">
          <a:xfrm>
            <a:off x="3563888" y="5013176"/>
            <a:ext cx="216024" cy="28803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简化：系数确定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97548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720" name="Equation" r:id="rId7" imgW="1002960" imgH="241200" progId="Equation.DSMT4">
                  <p:embed/>
                </p:oleObj>
              </mc:Choice>
              <mc:Fallback>
                <p:oleObj name="Equation" r:id="rId7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97548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01" name="Object 19"/>
          <p:cNvGraphicFramePr>
            <a:graphicFrameLocks noChangeAspect="1"/>
          </p:cNvGraphicFramePr>
          <p:nvPr/>
        </p:nvGraphicFramePr>
        <p:xfrm>
          <a:off x="1691680" y="4077072"/>
          <a:ext cx="2081213" cy="1211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721" name="Equation" r:id="rId9" imgW="1803240" imgH="1054080" progId="Equation.DSMT4">
                  <p:embed/>
                </p:oleObj>
              </mc:Choice>
              <mc:Fallback>
                <p:oleObj name="Equation" r:id="rId9" imgW="1803240" imgH="10540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077072"/>
                        <a:ext cx="2081213" cy="1211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6424" name="Picture 8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588224" y="4077072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16425" name="Object 5"/>
          <p:cNvGraphicFramePr>
            <a:graphicFrameLocks noChangeAspect="1"/>
          </p:cNvGraphicFramePr>
          <p:nvPr/>
        </p:nvGraphicFramePr>
        <p:xfrm>
          <a:off x="7694810" y="5280660"/>
          <a:ext cx="909638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722" name="Equation" r:id="rId12" imgW="787320" imgH="228600" progId="Equation.DSMT4">
                  <p:embed/>
                </p:oleObj>
              </mc:Choice>
              <mc:Fallback>
                <p:oleObj name="Equation" r:id="rId12" imgW="78732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4810" y="5280660"/>
                        <a:ext cx="909638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940133" y="522920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扁拱时</a:t>
            </a:r>
          </a:p>
        </p:txBody>
      </p:sp>
      <p:graphicFrame>
        <p:nvGraphicFramePr>
          <p:cNvPr id="360455" name="Object 19"/>
          <p:cNvGraphicFramePr>
            <a:graphicFrameLocks noChangeAspect="1"/>
          </p:cNvGraphicFramePr>
          <p:nvPr/>
        </p:nvGraphicFramePr>
        <p:xfrm>
          <a:off x="1691680" y="5373216"/>
          <a:ext cx="2198687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723" name="Equation" r:id="rId14" imgW="1904760" imgH="1002960" progId="Equation.DSMT4">
                  <p:embed/>
                </p:oleObj>
              </mc:Choice>
              <mc:Fallback>
                <p:oleObj name="Equation" r:id="rId14" imgW="1904760" imgH="1002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373216"/>
                        <a:ext cx="2198687" cy="11541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下箭头 19"/>
          <p:cNvSpPr/>
          <p:nvPr/>
        </p:nvSpPr>
        <p:spPr bwMode="auto">
          <a:xfrm>
            <a:off x="3563888" y="5013176"/>
            <a:ext cx="216024" cy="28803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1" name="右箭头 20"/>
          <p:cNvSpPr/>
          <p:nvPr/>
        </p:nvSpPr>
        <p:spPr bwMode="auto">
          <a:xfrm>
            <a:off x="4139952" y="5733256"/>
            <a:ext cx="288032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61480" name="Object 7"/>
          <p:cNvGraphicFramePr>
            <a:graphicFrameLocks noChangeAspect="1"/>
          </p:cNvGraphicFramePr>
          <p:nvPr/>
        </p:nvGraphicFramePr>
        <p:xfrm>
          <a:off x="7092280" y="5661248"/>
          <a:ext cx="749300" cy="627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724" name="Equation" r:id="rId16" imgW="647640" imgH="545760" progId="Equation.DSMT4">
                  <p:embed/>
                </p:oleObj>
              </mc:Choice>
              <mc:Fallback>
                <p:oleObj name="Equation" r:id="rId16" imgW="647640" imgH="54576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280" y="5661248"/>
                        <a:ext cx="749300" cy="627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1481" name="Object 7"/>
          <p:cNvGraphicFramePr>
            <a:graphicFrameLocks noChangeAspect="1"/>
          </p:cNvGraphicFramePr>
          <p:nvPr/>
        </p:nvGraphicFramePr>
        <p:xfrm>
          <a:off x="4629150" y="5373688"/>
          <a:ext cx="2082800" cy="115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6725" name="Equation" r:id="rId18" imgW="1803240" imgH="1002960" progId="Equation.DSMT4">
                  <p:embed/>
                </p:oleObj>
              </mc:Choice>
              <mc:Fallback>
                <p:oleObj name="Equation" r:id="rId18" imgW="1803240" imgH="10029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5373688"/>
                        <a:ext cx="2082800" cy="11541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FF0000"/>
                </a:solidFill>
              </a:rPr>
              <a:t>无拉杆的双铰拱</a:t>
            </a:r>
            <a:endParaRPr lang="en-US" altLang="zh-CN" sz="2000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简化：系数确定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06184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95936" y="2586037"/>
            <a:ext cx="2319338" cy="84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925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95936" y="1340768"/>
            <a:ext cx="233838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3351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588224" y="2256284"/>
            <a:ext cx="2438400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矩形 17"/>
          <p:cNvSpPr/>
          <p:nvPr/>
        </p:nvSpPr>
        <p:spPr>
          <a:xfrm>
            <a:off x="4355976" y="3573016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双铰拱及等代梁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3594502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763688" y="3397548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36" name="Equation" r:id="rId7" imgW="1002960" imgH="241200" progId="Equation.DSMT4">
                  <p:embed/>
                </p:oleObj>
              </mc:Choice>
              <mc:Fallback>
                <p:oleObj name="Equation" r:id="rId7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397548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5" name="Object 19"/>
          <p:cNvGraphicFramePr>
            <a:graphicFrameLocks noChangeAspect="1"/>
          </p:cNvGraphicFramePr>
          <p:nvPr/>
        </p:nvGraphicFramePr>
        <p:xfrm>
          <a:off x="1692275" y="4090988"/>
          <a:ext cx="219868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937" name="Equation" r:id="rId9" imgW="1904760" imgH="977760" progId="Equation.DSMT4">
                  <p:embed/>
                </p:oleObj>
              </mc:Choice>
              <mc:Fallback>
                <p:oleObj name="Equation" r:id="rId9" imgW="1904760" imgH="9777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4090988"/>
                        <a:ext cx="2198688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简化：系数确定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3312368" y="1269008"/>
            <a:ext cx="3779912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带拉杆的双铰拱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基本体系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	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切断拉杆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力法方程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简化：系数确定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19" name="矩形 18"/>
          <p:cNvSpPr/>
          <p:nvPr/>
        </p:nvSpPr>
        <p:spPr>
          <a:xfrm>
            <a:off x="6983491" y="3717032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带拉杆的双铰拱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691680" y="3356992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419" name="Equation" r:id="rId4" imgW="1002960" imgH="241200" progId="Equation.DSMT4">
                  <p:embed/>
                </p:oleObj>
              </mc:Choice>
              <mc:Fallback>
                <p:oleObj name="Equation" r:id="rId4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356992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5" name="Object 19"/>
          <p:cNvGraphicFramePr>
            <a:graphicFrameLocks noChangeAspect="1"/>
          </p:cNvGraphicFramePr>
          <p:nvPr/>
        </p:nvGraphicFramePr>
        <p:xfrm>
          <a:off x="4499992" y="4077072"/>
          <a:ext cx="3167062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420" name="Equation" r:id="rId6" imgW="2743200" imgH="1054080" progId="Equation.DSMT4">
                  <p:embed/>
                </p:oleObj>
              </mc:Choice>
              <mc:Fallback>
                <p:oleObj name="Equation" r:id="rId6" imgW="2743200" imgH="10540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077072"/>
                        <a:ext cx="3167062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/>
          <p:cNvGraphicFramePr>
            <a:graphicFrameLocks noChangeAspect="1"/>
          </p:cNvGraphicFramePr>
          <p:nvPr/>
        </p:nvGraphicFramePr>
        <p:xfrm>
          <a:off x="4572000" y="3356992"/>
          <a:ext cx="1289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421" name="Equation" r:id="rId8" imgW="990360" imgH="266400" progId="Equation.DSMT4">
                  <p:embed/>
                </p:oleObj>
              </mc:Choice>
              <mc:Fallback>
                <p:oleObj name="Equation" r:id="rId8" imgW="990360" imgH="2664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56992"/>
                        <a:ext cx="12890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3995936" y="1772816"/>
            <a:ext cx="0" cy="37444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pic>
        <p:nvPicPr>
          <p:cNvPr id="36454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577334" y="1326654"/>
            <a:ext cx="224313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4550" name="Object 7"/>
          <p:cNvGraphicFramePr>
            <a:graphicFrameLocks noChangeAspect="1"/>
          </p:cNvGraphicFramePr>
          <p:nvPr/>
        </p:nvGraphicFramePr>
        <p:xfrm>
          <a:off x="1547664" y="4077072"/>
          <a:ext cx="219868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5422" name="Equation" r:id="rId11" imgW="1904760" imgH="977760" progId="Equation.DSMT4">
                  <p:embed/>
                </p:oleObj>
              </mc:Choice>
              <mc:Fallback>
                <p:oleObj name="Equation" r:id="rId11" imgW="1904760" imgH="9777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077072"/>
                        <a:ext cx="2198688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4551" name="Picture 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588224" y="2616324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矩形 19"/>
          <p:cNvSpPr/>
          <p:nvPr/>
        </p:nvSpPr>
        <p:spPr bwMode="auto">
          <a:xfrm>
            <a:off x="6804248" y="4077072"/>
            <a:ext cx="864096" cy="72008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812360" y="429309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拉杆轴力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简化：系数确定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3312368" y="1269008"/>
            <a:ext cx="3779912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带拉杆的双铰拱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基本体系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	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切断拉杆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力法方程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</a:rPr>
              <a:t>简化：系数确定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19" name="矩形 18"/>
          <p:cNvSpPr/>
          <p:nvPr/>
        </p:nvSpPr>
        <p:spPr>
          <a:xfrm>
            <a:off x="6983491" y="3717032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带拉杆的双铰拱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691680" y="3356992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96" name="Equation" r:id="rId4" imgW="1002960" imgH="241200" progId="Equation.DSMT4">
                  <p:embed/>
                </p:oleObj>
              </mc:Choice>
              <mc:Fallback>
                <p:oleObj name="Equation" r:id="rId4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356992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0455" name="Object 19"/>
          <p:cNvGraphicFramePr>
            <a:graphicFrameLocks noChangeAspect="1"/>
          </p:cNvGraphicFramePr>
          <p:nvPr/>
        </p:nvGraphicFramePr>
        <p:xfrm>
          <a:off x="4499992" y="4077072"/>
          <a:ext cx="3167062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97" name="Equation" r:id="rId6" imgW="2743200" imgH="1054080" progId="Equation.DSMT4">
                  <p:embed/>
                </p:oleObj>
              </mc:Choice>
              <mc:Fallback>
                <p:oleObj name="Equation" r:id="rId6" imgW="2743200" imgH="10540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077072"/>
                        <a:ext cx="3167062" cy="121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/>
          <p:cNvGraphicFramePr>
            <a:graphicFrameLocks noChangeAspect="1"/>
          </p:cNvGraphicFramePr>
          <p:nvPr/>
        </p:nvGraphicFramePr>
        <p:xfrm>
          <a:off x="4572000" y="3356992"/>
          <a:ext cx="1289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98" name="Equation" r:id="rId8" imgW="990360" imgH="266400" progId="Equation.DSMT4">
                  <p:embed/>
                </p:oleObj>
              </mc:Choice>
              <mc:Fallback>
                <p:oleObj name="Equation" r:id="rId8" imgW="990360" imgH="2664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56992"/>
                        <a:ext cx="12890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3995936" y="1772816"/>
            <a:ext cx="0" cy="37444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pic>
        <p:nvPicPr>
          <p:cNvPr id="364549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577334" y="1326654"/>
            <a:ext cx="224313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4550" name="Object 7"/>
          <p:cNvGraphicFramePr>
            <a:graphicFrameLocks noChangeAspect="1"/>
          </p:cNvGraphicFramePr>
          <p:nvPr/>
        </p:nvGraphicFramePr>
        <p:xfrm>
          <a:off x="1547664" y="4077072"/>
          <a:ext cx="219868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199" name="Equation" r:id="rId11" imgW="1904760" imgH="977760" progId="Equation.DSMT4">
                  <p:embed/>
                </p:oleObj>
              </mc:Choice>
              <mc:Fallback>
                <p:oleObj name="Equation" r:id="rId11" imgW="1904760" imgH="977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077072"/>
                        <a:ext cx="2198688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4551" name="Picture 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588224" y="2616324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矩形 19"/>
          <p:cNvSpPr/>
          <p:nvPr/>
        </p:nvSpPr>
        <p:spPr bwMode="auto">
          <a:xfrm>
            <a:off x="6804248" y="4077072"/>
            <a:ext cx="864096" cy="72008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812360" y="429309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拉杆轴力</a:t>
            </a:r>
          </a:p>
        </p:txBody>
      </p:sp>
      <p:graphicFrame>
        <p:nvGraphicFramePr>
          <p:cNvPr id="365574" name="Object 7"/>
          <p:cNvGraphicFramePr>
            <a:graphicFrameLocks noChangeAspect="1"/>
          </p:cNvGraphicFramePr>
          <p:nvPr/>
        </p:nvGraphicFramePr>
        <p:xfrm>
          <a:off x="4499992" y="5301208"/>
          <a:ext cx="2786062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6200" name="Equation" r:id="rId14" imgW="2412720" imgH="1028520" progId="Equation.DSMT4">
                  <p:embed/>
                </p:oleObj>
              </mc:Choice>
              <mc:Fallback>
                <p:oleObj name="Equation" r:id="rId14" imgW="2412720" imgH="10285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5301208"/>
                        <a:ext cx="2786062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下箭头 15"/>
          <p:cNvSpPr/>
          <p:nvPr/>
        </p:nvSpPr>
        <p:spPr bwMode="auto">
          <a:xfrm>
            <a:off x="6516216" y="5013176"/>
            <a:ext cx="216024" cy="28803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简化：系数确定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两种双铰拱的比较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柔度系数                           水平推力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3312368" y="1269008"/>
            <a:ext cx="3779912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带拉杆的双铰拱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基本体系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	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切断拉杆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力法方程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简化：系数确定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19" name="矩形 18"/>
          <p:cNvSpPr/>
          <p:nvPr/>
        </p:nvSpPr>
        <p:spPr>
          <a:xfrm>
            <a:off x="6983491" y="3717032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带拉杆的双铰拱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691680" y="3356992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742" name="Equation" r:id="rId4" imgW="1002960" imgH="241200" progId="Equation.DSMT4">
                  <p:embed/>
                </p:oleObj>
              </mc:Choice>
              <mc:Fallback>
                <p:oleObj name="Equation" r:id="rId4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356992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/>
          <p:cNvGraphicFramePr>
            <a:graphicFrameLocks noChangeAspect="1"/>
          </p:cNvGraphicFramePr>
          <p:nvPr/>
        </p:nvGraphicFramePr>
        <p:xfrm>
          <a:off x="4572000" y="3356992"/>
          <a:ext cx="1289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743" name="Equation" r:id="rId6" imgW="990360" imgH="266400" progId="Equation.DSMT4">
                  <p:embed/>
                </p:oleObj>
              </mc:Choice>
              <mc:Fallback>
                <p:oleObj name="Equation" r:id="rId6" imgW="990360" imgH="266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56992"/>
                        <a:ext cx="12890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3995936" y="1772816"/>
            <a:ext cx="0" cy="37444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pic>
        <p:nvPicPr>
          <p:cNvPr id="36454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77334" y="1326654"/>
            <a:ext cx="224313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4550" name="Object 7"/>
          <p:cNvGraphicFramePr>
            <a:graphicFrameLocks noChangeAspect="1"/>
          </p:cNvGraphicFramePr>
          <p:nvPr/>
        </p:nvGraphicFramePr>
        <p:xfrm>
          <a:off x="1547664" y="4077072"/>
          <a:ext cx="219868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744" name="Equation" r:id="rId9" imgW="1904760" imgH="977760" progId="Equation.DSMT4">
                  <p:embed/>
                </p:oleObj>
              </mc:Choice>
              <mc:Fallback>
                <p:oleObj name="Equation" r:id="rId9" imgW="1904760" imgH="977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077072"/>
                        <a:ext cx="2198688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4" name="Object 7"/>
          <p:cNvGraphicFramePr>
            <a:graphicFrameLocks noChangeAspect="1"/>
          </p:cNvGraphicFramePr>
          <p:nvPr/>
        </p:nvGraphicFramePr>
        <p:xfrm>
          <a:off x="4499992" y="4077072"/>
          <a:ext cx="2786062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745" name="Equation" r:id="rId11" imgW="2412720" imgH="1028520" progId="Equation.DSMT4">
                  <p:embed/>
                </p:oleObj>
              </mc:Choice>
              <mc:Fallback>
                <p:oleObj name="Equation" r:id="rId11" imgW="2412720" imgH="1028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077072"/>
                        <a:ext cx="2786062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4551" name="Picture 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588224" y="2616324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矩形 19"/>
          <p:cNvSpPr/>
          <p:nvPr/>
        </p:nvSpPr>
        <p:spPr bwMode="auto">
          <a:xfrm>
            <a:off x="6876256" y="4077072"/>
            <a:ext cx="432048" cy="64807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452320" y="429309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拉杆轴力</a:t>
            </a:r>
          </a:p>
        </p:txBody>
      </p:sp>
      <p:graphicFrame>
        <p:nvGraphicFramePr>
          <p:cNvPr id="366599" name="Object 7"/>
          <p:cNvGraphicFramePr>
            <a:graphicFrameLocks noChangeAspect="1"/>
          </p:cNvGraphicFramePr>
          <p:nvPr/>
        </p:nvGraphicFramePr>
        <p:xfrm>
          <a:off x="2771800" y="5589241"/>
          <a:ext cx="1353194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746" name="Equation" r:id="rId14" imgW="1193760" imgH="825480" progId="Equation.DSMT4">
                  <p:embed/>
                </p:oleObj>
              </mc:Choice>
              <mc:Fallback>
                <p:oleObj name="Equation" r:id="rId14" imgW="1193760" imgH="825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5589241"/>
                        <a:ext cx="1353194" cy="936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3" name="Object 7"/>
          <p:cNvGraphicFramePr>
            <a:graphicFrameLocks noChangeAspect="1"/>
          </p:cNvGraphicFramePr>
          <p:nvPr/>
        </p:nvGraphicFramePr>
        <p:xfrm>
          <a:off x="5364088" y="5373390"/>
          <a:ext cx="21002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7747" name="Equation" r:id="rId16" imgW="1854000" imgH="1079280" progId="Equation.DSMT4">
                  <p:embed/>
                </p:oleObj>
              </mc:Choice>
              <mc:Fallback>
                <p:oleObj name="Equation" r:id="rId16" imgW="1854000" imgH="10792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5373390"/>
                        <a:ext cx="2100263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二、结构特点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无拉杆的双铰拱</a:t>
            </a:r>
            <a:endParaRPr lang="en-US" altLang="zh-CN" sz="20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解除支座水平约束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/>
          </a:p>
          <a:p>
            <a:pPr lvl="2"/>
            <a:r>
              <a:rPr lang="zh-CN" altLang="en-US"/>
              <a:t>简化：系数确定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两种双铰拱的比较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柔度系数                           水平推力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3312368" y="1269008"/>
            <a:ext cx="3779912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24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带拉杆的双铰拱</a:t>
            </a:r>
            <a:endParaRPr kumimoji="0" lang="en-US" altLang="zh-CN" sz="20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基本体系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	</a:t>
            </a: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切断拉杆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力法方程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6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0" lang="zh-CN" altLang="en-US" sz="18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</a:rPr>
              <a:t>简化：系数确定</a:t>
            </a:r>
            <a:endParaRPr kumimoji="0" lang="en-US" altLang="zh-CN" sz="1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n"/>
              <a:tabLst/>
              <a:defRPr/>
            </a:pPr>
            <a:endParaRPr kumimoji="0" lang="en-US" altLang="zh-CN" sz="18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19" name="矩形 18"/>
          <p:cNvSpPr/>
          <p:nvPr/>
        </p:nvSpPr>
        <p:spPr>
          <a:xfrm>
            <a:off x="6983491" y="3717032"/>
            <a:ext cx="16209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带拉杆的双铰拱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691680" y="3356992"/>
          <a:ext cx="1306512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432" name="Equation" r:id="rId4" imgW="1002960" imgH="241200" progId="Equation.DSMT4">
                  <p:embed/>
                </p:oleObj>
              </mc:Choice>
              <mc:Fallback>
                <p:oleObj name="Equation" r:id="rId4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356992"/>
                        <a:ext cx="1306512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4548" name="Object 4"/>
          <p:cNvGraphicFramePr>
            <a:graphicFrameLocks noChangeAspect="1"/>
          </p:cNvGraphicFramePr>
          <p:nvPr/>
        </p:nvGraphicFramePr>
        <p:xfrm>
          <a:off x="4572000" y="3356992"/>
          <a:ext cx="1289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433" name="Equation" r:id="rId6" imgW="990360" imgH="266400" progId="Equation.DSMT4">
                  <p:embed/>
                </p:oleObj>
              </mc:Choice>
              <mc:Fallback>
                <p:oleObj name="Equation" r:id="rId6" imgW="990360" imgH="266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356992"/>
                        <a:ext cx="1289050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直接连接符 14"/>
          <p:cNvCxnSpPr/>
          <p:nvPr/>
        </p:nvCxnSpPr>
        <p:spPr bwMode="auto">
          <a:xfrm>
            <a:off x="3995936" y="1772816"/>
            <a:ext cx="0" cy="37444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pic>
        <p:nvPicPr>
          <p:cNvPr id="364549" name="Picture 5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77334" y="1326654"/>
            <a:ext cx="2243138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4550" name="Object 7"/>
          <p:cNvGraphicFramePr>
            <a:graphicFrameLocks noChangeAspect="1"/>
          </p:cNvGraphicFramePr>
          <p:nvPr/>
        </p:nvGraphicFramePr>
        <p:xfrm>
          <a:off x="1547664" y="4077072"/>
          <a:ext cx="2198688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434" name="Equation" r:id="rId9" imgW="1904760" imgH="977760" progId="Equation.DSMT4">
                  <p:embed/>
                </p:oleObj>
              </mc:Choice>
              <mc:Fallback>
                <p:oleObj name="Equation" r:id="rId9" imgW="1904760" imgH="9777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077072"/>
                        <a:ext cx="2198688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5574" name="Object 7"/>
          <p:cNvGraphicFramePr>
            <a:graphicFrameLocks noChangeAspect="1"/>
          </p:cNvGraphicFramePr>
          <p:nvPr/>
        </p:nvGraphicFramePr>
        <p:xfrm>
          <a:off x="4499992" y="4077072"/>
          <a:ext cx="2786062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435" name="Equation" r:id="rId11" imgW="2412720" imgH="1028520" progId="Equation.DSMT4">
                  <p:embed/>
                </p:oleObj>
              </mc:Choice>
              <mc:Fallback>
                <p:oleObj name="Equation" r:id="rId11" imgW="2412720" imgH="1028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4077072"/>
                        <a:ext cx="2786062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4551" name="Picture 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588224" y="2616324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6599" name="Object 7"/>
          <p:cNvGraphicFramePr>
            <a:graphicFrameLocks noChangeAspect="1"/>
          </p:cNvGraphicFramePr>
          <p:nvPr/>
        </p:nvGraphicFramePr>
        <p:xfrm>
          <a:off x="2771800" y="5589241"/>
          <a:ext cx="1353194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436" name="Equation" r:id="rId14" imgW="1193760" imgH="825480" progId="Equation.DSMT4">
                  <p:embed/>
                </p:oleObj>
              </mc:Choice>
              <mc:Fallback>
                <p:oleObj name="Equation" r:id="rId14" imgW="1193760" imgH="8254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5589241"/>
                        <a:ext cx="1353194" cy="936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7623" name="Object 7"/>
          <p:cNvGraphicFramePr>
            <a:graphicFrameLocks noChangeAspect="1"/>
          </p:cNvGraphicFramePr>
          <p:nvPr/>
        </p:nvGraphicFramePr>
        <p:xfrm>
          <a:off x="5364088" y="5373390"/>
          <a:ext cx="2100263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437" name="Equation" r:id="rId16" imgW="1854000" imgH="1079280" progId="Equation.DSMT4">
                  <p:embed/>
                </p:oleObj>
              </mc:Choice>
              <mc:Fallback>
                <p:oleObj name="Equation" r:id="rId16" imgW="1854000" imgH="10792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5373390"/>
                        <a:ext cx="2100263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椭圆 16"/>
          <p:cNvSpPr/>
          <p:nvPr/>
        </p:nvSpPr>
        <p:spPr bwMode="auto">
          <a:xfrm>
            <a:off x="6876256" y="6309320"/>
            <a:ext cx="576064" cy="360040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7236296" y="4797152"/>
            <a:ext cx="1728192" cy="1296144"/>
            <a:chOff x="7236296" y="4766330"/>
            <a:chExt cx="1728192" cy="1296144"/>
          </a:xfrm>
        </p:grpSpPr>
        <p:graphicFrame>
          <p:nvGraphicFramePr>
            <p:cNvPr id="368648" name="Object 8"/>
            <p:cNvGraphicFramePr>
              <a:graphicFrameLocks noChangeAspect="1"/>
            </p:cNvGraphicFramePr>
            <p:nvPr/>
          </p:nvGraphicFramePr>
          <p:xfrm>
            <a:off x="7308304" y="4818638"/>
            <a:ext cx="819150" cy="892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438" name="Equation" r:id="rId18" imgW="723600" imgH="787320" progId="Equation.DSMT4">
                    <p:embed/>
                  </p:oleObj>
                </mc:Choice>
                <mc:Fallback>
                  <p:oleObj name="Equation" r:id="rId18" imgW="723600" imgH="78732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8304" y="4818638"/>
                          <a:ext cx="819150" cy="892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/>
            <p:cNvSpPr/>
            <p:nvPr/>
          </p:nvSpPr>
          <p:spPr>
            <a:xfrm>
              <a:off x="7236296" y="5106670"/>
              <a:ext cx="162095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</a:rPr>
                <a:t>两种双铰拱相当</a:t>
              </a:r>
            </a:p>
          </p:txBody>
        </p:sp>
        <p:sp>
          <p:nvSpPr>
            <p:cNvPr id="23" name="矩形 22"/>
            <p:cNvSpPr/>
            <p:nvPr/>
          </p:nvSpPr>
          <p:spPr>
            <a:xfrm>
              <a:off x="7236296" y="5682734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</a:rPr>
                <a:t>简支曲梁</a:t>
              </a: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7236296" y="4766330"/>
              <a:ext cx="1728192" cy="1296144"/>
            </a:xfrm>
            <a:prstGeom prst="rect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华文细黑" pitchFamily="2" charset="-122"/>
              </a:endParaRP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求下图带拉杆的双铰拱顶截面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拱轴方程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刚度参数</a:t>
            </a:r>
            <a:endParaRPr lang="en-US" altLang="zh-CN"/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2708920"/>
            <a:ext cx="4486275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1722" name="Object 10"/>
          <p:cNvGraphicFramePr>
            <a:graphicFrameLocks noChangeAspect="1"/>
          </p:cNvGraphicFramePr>
          <p:nvPr/>
        </p:nvGraphicFramePr>
        <p:xfrm>
          <a:off x="1712228" y="2595816"/>
          <a:ext cx="2232249" cy="546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58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228" y="2595816"/>
                        <a:ext cx="2232249" cy="546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1723" name="Object 11"/>
          <p:cNvGraphicFramePr>
            <a:graphicFrameLocks noChangeAspect="1"/>
          </p:cNvGraphicFramePr>
          <p:nvPr/>
        </p:nvGraphicFramePr>
        <p:xfrm>
          <a:off x="1712168" y="3571230"/>
          <a:ext cx="156368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59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168" y="3571230"/>
                        <a:ext cx="1563688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556792"/>
            <a:ext cx="2243138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4" name="Object 4"/>
          <p:cNvGraphicFramePr>
            <a:graphicFrameLocks noChangeAspect="1"/>
          </p:cNvGraphicFramePr>
          <p:nvPr/>
        </p:nvGraphicFramePr>
        <p:xfrm>
          <a:off x="4643314" y="2924175"/>
          <a:ext cx="186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220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314" y="2924175"/>
                        <a:ext cx="186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5" name="Object 5"/>
          <p:cNvGraphicFramePr>
            <a:graphicFrameLocks noChangeAspect="1"/>
          </p:cNvGraphicFramePr>
          <p:nvPr/>
        </p:nvGraphicFramePr>
        <p:xfrm>
          <a:off x="4644008" y="3356992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221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356992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6" name="Object 4"/>
          <p:cNvGraphicFramePr>
            <a:graphicFrameLocks noChangeAspect="1"/>
          </p:cNvGraphicFramePr>
          <p:nvPr/>
        </p:nvGraphicFramePr>
        <p:xfrm>
          <a:off x="1733550" y="3044825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222" name="Equation" r:id="rId9" imgW="1002960" imgH="241200" progId="Equation.DSMT4">
                  <p:embed/>
                </p:oleObj>
              </mc:Choice>
              <mc:Fallback>
                <p:oleObj name="Equation" r:id="rId9" imgW="100296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044825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3767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835070" y="1649348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8" name="Object 4"/>
          <p:cNvGraphicFramePr>
            <a:graphicFrameLocks noChangeAspect="1"/>
          </p:cNvGraphicFramePr>
          <p:nvPr/>
        </p:nvGraphicFramePr>
        <p:xfrm>
          <a:off x="7596336" y="2780928"/>
          <a:ext cx="7762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223"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780928"/>
                        <a:ext cx="776287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524328" y="342900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73769" name="Object 7"/>
          <p:cNvGraphicFramePr>
            <a:graphicFrameLocks noChangeAspect="1"/>
          </p:cNvGraphicFramePr>
          <p:nvPr/>
        </p:nvGraphicFramePr>
        <p:xfrm>
          <a:off x="1619672" y="3710375"/>
          <a:ext cx="3027362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7224" name="Equation" r:id="rId14" imgW="2743200" imgH="1054080" progId="Equation.DSMT4">
                  <p:embed/>
                </p:oleObj>
              </mc:Choice>
              <mc:Fallback>
                <p:oleObj name="Equation" r:id="rId14" imgW="2743200" imgH="10540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3710375"/>
                        <a:ext cx="3027362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556792"/>
            <a:ext cx="2243138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4" name="Object 4"/>
          <p:cNvGraphicFramePr>
            <a:graphicFrameLocks noChangeAspect="1"/>
          </p:cNvGraphicFramePr>
          <p:nvPr/>
        </p:nvGraphicFramePr>
        <p:xfrm>
          <a:off x="4643314" y="2924175"/>
          <a:ext cx="186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63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314" y="2924175"/>
                        <a:ext cx="186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5" name="Object 5"/>
          <p:cNvGraphicFramePr>
            <a:graphicFrameLocks noChangeAspect="1"/>
          </p:cNvGraphicFramePr>
          <p:nvPr/>
        </p:nvGraphicFramePr>
        <p:xfrm>
          <a:off x="4644008" y="3356992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64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356992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6" name="Object 4"/>
          <p:cNvGraphicFramePr>
            <a:graphicFrameLocks noChangeAspect="1"/>
          </p:cNvGraphicFramePr>
          <p:nvPr/>
        </p:nvGraphicFramePr>
        <p:xfrm>
          <a:off x="1733550" y="3044825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65" name="Equation" r:id="rId9" imgW="1002960" imgH="241200" progId="Equation.DSMT4">
                  <p:embed/>
                </p:oleObj>
              </mc:Choice>
              <mc:Fallback>
                <p:oleObj name="Equation" r:id="rId9" imgW="100296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044825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3767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835070" y="1649348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8" name="Object 4"/>
          <p:cNvGraphicFramePr>
            <a:graphicFrameLocks noChangeAspect="1"/>
          </p:cNvGraphicFramePr>
          <p:nvPr/>
        </p:nvGraphicFramePr>
        <p:xfrm>
          <a:off x="7596336" y="2780928"/>
          <a:ext cx="7762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66"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780928"/>
                        <a:ext cx="776287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524328" y="342900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73769" name="Object 7"/>
          <p:cNvGraphicFramePr>
            <a:graphicFrameLocks noChangeAspect="1"/>
          </p:cNvGraphicFramePr>
          <p:nvPr/>
        </p:nvGraphicFramePr>
        <p:xfrm>
          <a:off x="1620838" y="3789363"/>
          <a:ext cx="2187575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1867" name="Equation" r:id="rId14" imgW="1981080" imgH="1028520" progId="Equation.DSMT4">
                  <p:embed/>
                </p:oleObj>
              </mc:Choice>
              <mc:Fallback>
                <p:oleObj name="Equation" r:id="rId14" imgW="1981080" imgH="10285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3789363"/>
                        <a:ext cx="2187575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56176" y="3429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扁拱！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556792"/>
            <a:ext cx="2243138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4" name="Object 4"/>
          <p:cNvGraphicFramePr>
            <a:graphicFrameLocks noChangeAspect="1"/>
          </p:cNvGraphicFramePr>
          <p:nvPr/>
        </p:nvGraphicFramePr>
        <p:xfrm>
          <a:off x="4643314" y="2924175"/>
          <a:ext cx="186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244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314" y="2924175"/>
                        <a:ext cx="186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5" name="Object 5"/>
          <p:cNvGraphicFramePr>
            <a:graphicFrameLocks noChangeAspect="1"/>
          </p:cNvGraphicFramePr>
          <p:nvPr/>
        </p:nvGraphicFramePr>
        <p:xfrm>
          <a:off x="4644008" y="3356992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245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356992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6" name="Object 4"/>
          <p:cNvGraphicFramePr>
            <a:graphicFrameLocks noChangeAspect="1"/>
          </p:cNvGraphicFramePr>
          <p:nvPr/>
        </p:nvGraphicFramePr>
        <p:xfrm>
          <a:off x="1733550" y="3044825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246" name="Equation" r:id="rId9" imgW="1002960" imgH="241200" progId="Equation.DSMT4">
                  <p:embed/>
                </p:oleObj>
              </mc:Choice>
              <mc:Fallback>
                <p:oleObj name="Equation" r:id="rId9" imgW="100296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044825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3767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835070" y="1649348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8" name="Object 4"/>
          <p:cNvGraphicFramePr>
            <a:graphicFrameLocks noChangeAspect="1"/>
          </p:cNvGraphicFramePr>
          <p:nvPr/>
        </p:nvGraphicFramePr>
        <p:xfrm>
          <a:off x="7596336" y="2780928"/>
          <a:ext cx="7762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247"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780928"/>
                        <a:ext cx="776287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524328" y="342900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73769" name="Object 7"/>
          <p:cNvGraphicFramePr>
            <a:graphicFrameLocks noChangeAspect="1"/>
          </p:cNvGraphicFramePr>
          <p:nvPr/>
        </p:nvGraphicFramePr>
        <p:xfrm>
          <a:off x="1691680" y="3717032"/>
          <a:ext cx="3435350" cy="173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248" name="Equation" r:id="rId14" imgW="3111480" imgH="1574640" progId="Equation.DSMT4">
                  <p:embed/>
                </p:oleObj>
              </mc:Choice>
              <mc:Fallback>
                <p:oleObj name="Equation" r:id="rId14" imgW="3111480" imgH="1574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717032"/>
                        <a:ext cx="3435350" cy="173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56176" y="3429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扁拱！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556792"/>
            <a:ext cx="2243138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4" name="Object 4"/>
          <p:cNvGraphicFramePr>
            <a:graphicFrameLocks noChangeAspect="1"/>
          </p:cNvGraphicFramePr>
          <p:nvPr/>
        </p:nvGraphicFramePr>
        <p:xfrm>
          <a:off x="4643314" y="2924175"/>
          <a:ext cx="186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66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314" y="2924175"/>
                        <a:ext cx="186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5" name="Object 5"/>
          <p:cNvGraphicFramePr>
            <a:graphicFrameLocks noChangeAspect="1"/>
          </p:cNvGraphicFramePr>
          <p:nvPr/>
        </p:nvGraphicFramePr>
        <p:xfrm>
          <a:off x="4644008" y="3356992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67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356992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6" name="Object 4"/>
          <p:cNvGraphicFramePr>
            <a:graphicFrameLocks noChangeAspect="1"/>
          </p:cNvGraphicFramePr>
          <p:nvPr/>
        </p:nvGraphicFramePr>
        <p:xfrm>
          <a:off x="1733550" y="3044825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68" name="Equation" r:id="rId9" imgW="1002960" imgH="241200" progId="Equation.DSMT4">
                  <p:embed/>
                </p:oleObj>
              </mc:Choice>
              <mc:Fallback>
                <p:oleObj name="Equation" r:id="rId9" imgW="100296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044825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3767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835070" y="1649348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8" name="Object 4"/>
          <p:cNvGraphicFramePr>
            <a:graphicFrameLocks noChangeAspect="1"/>
          </p:cNvGraphicFramePr>
          <p:nvPr/>
        </p:nvGraphicFramePr>
        <p:xfrm>
          <a:off x="7596336" y="2780928"/>
          <a:ext cx="7762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69"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780928"/>
                        <a:ext cx="776287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524328" y="342900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73769" name="Object 7"/>
          <p:cNvGraphicFramePr>
            <a:graphicFrameLocks noChangeAspect="1"/>
          </p:cNvGraphicFramePr>
          <p:nvPr/>
        </p:nvGraphicFramePr>
        <p:xfrm>
          <a:off x="1749971" y="3789040"/>
          <a:ext cx="4694237" cy="218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70" name="Equation" r:id="rId14" imgW="4254480" imgH="1993680" progId="Equation.DSMT4">
                  <p:embed/>
                </p:oleObj>
              </mc:Choice>
              <mc:Fallback>
                <p:oleObj name="Equation" r:id="rId14" imgW="4254480" imgH="19936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971" y="3789040"/>
                        <a:ext cx="4694237" cy="218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56176" y="3429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扁拱！</a:t>
            </a:r>
          </a:p>
        </p:txBody>
      </p:sp>
      <p:graphicFrame>
        <p:nvGraphicFramePr>
          <p:cNvPr id="377863" name="Object 7"/>
          <p:cNvGraphicFramePr>
            <a:graphicFrameLocks noChangeAspect="1"/>
          </p:cNvGraphicFramePr>
          <p:nvPr/>
        </p:nvGraphicFramePr>
        <p:xfrm>
          <a:off x="4572000" y="4077072"/>
          <a:ext cx="23256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771" name="Equation" r:id="rId16" imgW="2108160" imgH="596880" progId="Equation.DSMT4">
                  <p:embed/>
                </p:oleObj>
              </mc:Choice>
              <mc:Fallback>
                <p:oleObj name="Equation" r:id="rId16" imgW="2108160" imgH="5968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077072"/>
                        <a:ext cx="232568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圆角右箭头 15"/>
          <p:cNvSpPr/>
          <p:nvPr/>
        </p:nvSpPr>
        <p:spPr bwMode="auto">
          <a:xfrm rot="16200000" flipH="1">
            <a:off x="3959932" y="4329100"/>
            <a:ext cx="360040" cy="432048"/>
          </a:xfrm>
          <a:prstGeom prst="ben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556792"/>
            <a:ext cx="2243138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4" name="Object 4"/>
          <p:cNvGraphicFramePr>
            <a:graphicFrameLocks noChangeAspect="1"/>
          </p:cNvGraphicFramePr>
          <p:nvPr/>
        </p:nvGraphicFramePr>
        <p:xfrm>
          <a:off x="4643314" y="2924175"/>
          <a:ext cx="186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1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314" y="2924175"/>
                        <a:ext cx="186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5" name="Object 5"/>
          <p:cNvGraphicFramePr>
            <a:graphicFrameLocks noChangeAspect="1"/>
          </p:cNvGraphicFramePr>
          <p:nvPr/>
        </p:nvGraphicFramePr>
        <p:xfrm>
          <a:off x="4644008" y="3356992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2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356992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6" name="Object 4"/>
          <p:cNvGraphicFramePr>
            <a:graphicFrameLocks noChangeAspect="1"/>
          </p:cNvGraphicFramePr>
          <p:nvPr/>
        </p:nvGraphicFramePr>
        <p:xfrm>
          <a:off x="1733550" y="3044825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3" name="Equation" r:id="rId9" imgW="1002960" imgH="241200" progId="Equation.DSMT4">
                  <p:embed/>
                </p:oleObj>
              </mc:Choice>
              <mc:Fallback>
                <p:oleObj name="Equation" r:id="rId9" imgW="100296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044825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3767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835070" y="1649348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8" name="Object 4"/>
          <p:cNvGraphicFramePr>
            <a:graphicFrameLocks noChangeAspect="1"/>
          </p:cNvGraphicFramePr>
          <p:nvPr/>
        </p:nvGraphicFramePr>
        <p:xfrm>
          <a:off x="7596336" y="2780928"/>
          <a:ext cx="7762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4"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780928"/>
                        <a:ext cx="776287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524328" y="342900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73769" name="Object 7"/>
          <p:cNvGraphicFramePr>
            <a:graphicFrameLocks noChangeAspect="1"/>
          </p:cNvGraphicFramePr>
          <p:nvPr/>
        </p:nvGraphicFramePr>
        <p:xfrm>
          <a:off x="1633448" y="3768725"/>
          <a:ext cx="278923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5" name="Equation" r:id="rId14" imgW="2527200" imgH="1002960" progId="Equation.DSMT4">
                  <p:embed/>
                </p:oleObj>
              </mc:Choice>
              <mc:Fallback>
                <p:oleObj name="Equation" r:id="rId14" imgW="2527200" imgH="1002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448" y="3768725"/>
                        <a:ext cx="2789238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56176" y="3429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扁拱！</a:t>
            </a:r>
          </a:p>
        </p:txBody>
      </p:sp>
      <p:graphicFrame>
        <p:nvGraphicFramePr>
          <p:cNvPr id="378888" name="Object 7"/>
          <p:cNvGraphicFramePr>
            <a:graphicFrameLocks noChangeAspect="1"/>
          </p:cNvGraphicFramePr>
          <p:nvPr/>
        </p:nvGraphicFramePr>
        <p:xfrm>
          <a:off x="1691680" y="5229200"/>
          <a:ext cx="37417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9796" name="Equation" r:id="rId16" imgW="3390840" imgH="482400" progId="Equation.DSMT4">
                  <p:embed/>
                </p:oleObj>
              </mc:Choice>
              <mc:Fallback>
                <p:oleObj name="Equation" r:id="rId16" imgW="3390840" imgH="482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229200"/>
                        <a:ext cx="374173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两铰拱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556792"/>
            <a:ext cx="2243138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4" name="Object 4"/>
          <p:cNvGraphicFramePr>
            <a:graphicFrameLocks noChangeAspect="1"/>
          </p:cNvGraphicFramePr>
          <p:nvPr/>
        </p:nvGraphicFramePr>
        <p:xfrm>
          <a:off x="4643314" y="2924175"/>
          <a:ext cx="186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1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314" y="2924175"/>
                        <a:ext cx="186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5" name="Object 5"/>
          <p:cNvGraphicFramePr>
            <a:graphicFrameLocks noChangeAspect="1"/>
          </p:cNvGraphicFramePr>
          <p:nvPr/>
        </p:nvGraphicFramePr>
        <p:xfrm>
          <a:off x="4644008" y="3356992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2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356992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6" name="Object 4"/>
          <p:cNvGraphicFramePr>
            <a:graphicFrameLocks noChangeAspect="1"/>
          </p:cNvGraphicFramePr>
          <p:nvPr/>
        </p:nvGraphicFramePr>
        <p:xfrm>
          <a:off x="1733550" y="3044825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3" name="Equation" r:id="rId9" imgW="1002960" imgH="241200" progId="Equation.DSMT4">
                  <p:embed/>
                </p:oleObj>
              </mc:Choice>
              <mc:Fallback>
                <p:oleObj name="Equation" r:id="rId9" imgW="100296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044825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3767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835070" y="1649348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8" name="Object 4"/>
          <p:cNvGraphicFramePr>
            <a:graphicFrameLocks noChangeAspect="1"/>
          </p:cNvGraphicFramePr>
          <p:nvPr/>
        </p:nvGraphicFramePr>
        <p:xfrm>
          <a:off x="7596336" y="2780928"/>
          <a:ext cx="7762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4"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780928"/>
                        <a:ext cx="776287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524328" y="342900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73769" name="Object 7"/>
          <p:cNvGraphicFramePr>
            <a:graphicFrameLocks noChangeAspect="1"/>
          </p:cNvGraphicFramePr>
          <p:nvPr/>
        </p:nvGraphicFramePr>
        <p:xfrm>
          <a:off x="1633448" y="3768725"/>
          <a:ext cx="278923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5" name="Equation" r:id="rId14" imgW="2527200" imgH="1002960" progId="Equation.DSMT4">
                  <p:embed/>
                </p:oleObj>
              </mc:Choice>
              <mc:Fallback>
                <p:oleObj name="Equation" r:id="rId14" imgW="2527200" imgH="1002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448" y="3768725"/>
                        <a:ext cx="2789238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56176" y="3429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扁拱！</a:t>
            </a:r>
          </a:p>
        </p:txBody>
      </p:sp>
      <p:graphicFrame>
        <p:nvGraphicFramePr>
          <p:cNvPr id="378888" name="Object 7"/>
          <p:cNvGraphicFramePr>
            <a:graphicFrameLocks noChangeAspect="1"/>
          </p:cNvGraphicFramePr>
          <p:nvPr/>
        </p:nvGraphicFramePr>
        <p:xfrm>
          <a:off x="1746572" y="5208588"/>
          <a:ext cx="24653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6" name="Equation" r:id="rId16" imgW="2234880" imgH="482400" progId="Equation.DSMT4">
                  <p:embed/>
                </p:oleObj>
              </mc:Choice>
              <mc:Fallback>
                <p:oleObj name="Equation" r:id="rId16" imgW="2234880" imgH="4824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572" y="5208588"/>
                        <a:ext cx="24653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2" name="Object 7"/>
          <p:cNvGraphicFramePr>
            <a:graphicFrameLocks noChangeAspect="1"/>
          </p:cNvGraphicFramePr>
          <p:nvPr/>
        </p:nvGraphicFramePr>
        <p:xfrm>
          <a:off x="1691680" y="6062474"/>
          <a:ext cx="13303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7" name="Equation" r:id="rId18" imgW="1206360" imgH="266400" progId="Equation.DSMT4">
                  <p:embed/>
                </p:oleObj>
              </mc:Choice>
              <mc:Fallback>
                <p:oleObj name="Equation" r:id="rId18" imgW="1206360" imgH="266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6062474"/>
                        <a:ext cx="13303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4693027" y="4835034"/>
            <a:ext cx="19672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等代梁      的影响线</a:t>
            </a:r>
          </a:p>
        </p:txBody>
      </p:sp>
      <p:graphicFrame>
        <p:nvGraphicFramePr>
          <p:cNvPr id="379916" name="Object 12"/>
          <p:cNvGraphicFramePr>
            <a:graphicFrameLocks noChangeAspect="1"/>
          </p:cNvGraphicFramePr>
          <p:nvPr/>
        </p:nvGraphicFramePr>
        <p:xfrm>
          <a:off x="5423381" y="4876130"/>
          <a:ext cx="292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8" name="Equation" r:id="rId20" imgW="291960" imgH="266400" progId="Equation.DSMT4">
                  <p:embed/>
                </p:oleObj>
              </mc:Choice>
              <mc:Fallback>
                <p:oleObj name="Equation" r:id="rId20" imgW="291960" imgH="26640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3381" y="4876130"/>
                        <a:ext cx="2921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9918" name="Picture 14"/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4499992" y="3861048"/>
            <a:ext cx="22288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9920" name="Picture 16"/>
          <p:cNvPicPr>
            <a:picLocks noChangeAspect="1" noChangeArrowheads="1"/>
          </p:cNvPicPr>
          <p:nvPr/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7020272" y="3877444"/>
            <a:ext cx="1881188" cy="661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矩形 23"/>
          <p:cNvSpPr/>
          <p:nvPr/>
        </p:nvSpPr>
        <p:spPr>
          <a:xfrm>
            <a:off x="7740352" y="483503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的影响线</a:t>
            </a:r>
          </a:p>
        </p:txBody>
      </p:sp>
      <p:graphicFrame>
        <p:nvGraphicFramePr>
          <p:cNvPr id="379921" name="Object 17"/>
          <p:cNvGraphicFramePr>
            <a:graphicFrameLocks noChangeAspect="1"/>
          </p:cNvGraphicFramePr>
          <p:nvPr/>
        </p:nvGraphicFramePr>
        <p:xfrm>
          <a:off x="7452320" y="4922014"/>
          <a:ext cx="355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379" name="Equation" r:id="rId24" imgW="355320" imgH="241200" progId="Equation.DSMT4">
                  <p:embed/>
                </p:oleObj>
              </mc:Choice>
              <mc:Fallback>
                <p:oleObj name="Equation" r:id="rId24" imgW="355320" imgH="241200" progId="Equation.DSMT4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4922014"/>
                        <a:ext cx="355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三、算例</a:t>
            </a:r>
            <a:endParaRPr lang="en-US" altLang="zh-CN"/>
          </a:p>
          <a:p>
            <a:pPr lvl="2">
              <a:buClr>
                <a:srgbClr val="5F5F5F"/>
              </a:buClr>
              <a:buNone/>
            </a:pPr>
            <a:r>
              <a:rPr lang="zh-CN" altLang="en-US" sz="2000">
                <a:solidFill>
                  <a:srgbClr val="000000"/>
                </a:solidFill>
              </a:rPr>
              <a:t>求截面</a:t>
            </a:r>
            <a:r>
              <a:rPr lang="en-US" altLang="zh-CN" sz="2000">
                <a:solidFill>
                  <a:srgbClr val="000000"/>
                </a:solidFill>
              </a:rPr>
              <a:t>C</a:t>
            </a:r>
            <a:r>
              <a:rPr lang="zh-CN" altLang="en-US" sz="2000">
                <a:solidFill>
                  <a:srgbClr val="000000"/>
                </a:solidFill>
              </a:rPr>
              <a:t>处弯矩的影响线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</p:txBody>
      </p:sp>
      <p:pic>
        <p:nvPicPr>
          <p:cNvPr id="371721" name="Picture 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1556792"/>
            <a:ext cx="2243138" cy="131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4" name="Object 4"/>
          <p:cNvGraphicFramePr>
            <a:graphicFrameLocks noChangeAspect="1"/>
          </p:cNvGraphicFramePr>
          <p:nvPr/>
        </p:nvGraphicFramePr>
        <p:xfrm>
          <a:off x="4643314" y="2924175"/>
          <a:ext cx="18637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28" name="Equation" r:id="rId5" imgW="1866600" imgH="457200" progId="Equation.DSMT4">
                  <p:embed/>
                </p:oleObj>
              </mc:Choice>
              <mc:Fallback>
                <p:oleObj name="Equation" r:id="rId5" imgW="18666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314" y="2924175"/>
                        <a:ext cx="18637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5" name="Object 5"/>
          <p:cNvGraphicFramePr>
            <a:graphicFrameLocks noChangeAspect="1"/>
          </p:cNvGraphicFramePr>
          <p:nvPr/>
        </p:nvGraphicFramePr>
        <p:xfrm>
          <a:off x="4644008" y="3356992"/>
          <a:ext cx="13065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29" name="Equation" r:id="rId7" imgW="1307880" imgH="482400" progId="Equation.DSMT4">
                  <p:embed/>
                </p:oleObj>
              </mc:Choice>
              <mc:Fallback>
                <p:oleObj name="Equation" r:id="rId7" imgW="130788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3356992"/>
                        <a:ext cx="13065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3766" name="Object 4"/>
          <p:cNvGraphicFramePr>
            <a:graphicFrameLocks noChangeAspect="1"/>
          </p:cNvGraphicFramePr>
          <p:nvPr/>
        </p:nvGraphicFramePr>
        <p:xfrm>
          <a:off x="1733550" y="3044825"/>
          <a:ext cx="1104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0" name="Equation" r:id="rId9" imgW="1002960" imgH="241200" progId="Equation.DSMT4">
                  <p:embed/>
                </p:oleObj>
              </mc:Choice>
              <mc:Fallback>
                <p:oleObj name="Equation" r:id="rId9" imgW="100296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3550" y="3044825"/>
                        <a:ext cx="1104900" cy="266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3767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835070" y="1649348"/>
            <a:ext cx="2205038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73768" name="Object 4"/>
          <p:cNvGraphicFramePr>
            <a:graphicFrameLocks noChangeAspect="1"/>
          </p:cNvGraphicFramePr>
          <p:nvPr/>
        </p:nvGraphicFramePr>
        <p:xfrm>
          <a:off x="7596336" y="2780928"/>
          <a:ext cx="776287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1" name="Equation" r:id="rId12" imgW="596880" imgH="241200" progId="Equation.DSMT4">
                  <p:embed/>
                </p:oleObj>
              </mc:Choice>
              <mc:Fallback>
                <p:oleObj name="Equation" r:id="rId12" imgW="59688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6" y="2780928"/>
                        <a:ext cx="776287" cy="315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7524328" y="3429000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73769" name="Object 7"/>
          <p:cNvGraphicFramePr>
            <a:graphicFrameLocks noChangeAspect="1"/>
          </p:cNvGraphicFramePr>
          <p:nvPr/>
        </p:nvGraphicFramePr>
        <p:xfrm>
          <a:off x="1633448" y="3768725"/>
          <a:ext cx="278923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2" name="Equation" r:id="rId14" imgW="2527200" imgH="1002960" progId="Equation.DSMT4">
                  <p:embed/>
                </p:oleObj>
              </mc:Choice>
              <mc:Fallback>
                <p:oleObj name="Equation" r:id="rId14" imgW="2527200" imgH="1002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448" y="3768725"/>
                        <a:ext cx="2789238" cy="1100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156176" y="342900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扁拱！</a:t>
            </a:r>
          </a:p>
        </p:txBody>
      </p:sp>
      <p:graphicFrame>
        <p:nvGraphicFramePr>
          <p:cNvPr id="378888" name="Object 7"/>
          <p:cNvGraphicFramePr>
            <a:graphicFrameLocks noChangeAspect="1"/>
          </p:cNvGraphicFramePr>
          <p:nvPr/>
        </p:nvGraphicFramePr>
        <p:xfrm>
          <a:off x="1746572" y="5208588"/>
          <a:ext cx="24653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3" name="Equation" r:id="rId16" imgW="2234880" imgH="482400" progId="Equation.DSMT4">
                  <p:embed/>
                </p:oleObj>
              </mc:Choice>
              <mc:Fallback>
                <p:oleObj name="Equation" r:id="rId16" imgW="2234880" imgH="4824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572" y="5208588"/>
                        <a:ext cx="2465388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912" name="Object 7"/>
          <p:cNvGraphicFramePr>
            <a:graphicFrameLocks noChangeAspect="1"/>
          </p:cNvGraphicFramePr>
          <p:nvPr/>
        </p:nvGraphicFramePr>
        <p:xfrm>
          <a:off x="1691680" y="6062474"/>
          <a:ext cx="13303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4" name="Equation" r:id="rId18" imgW="1206360" imgH="266400" progId="Equation.DSMT4">
                  <p:embed/>
                </p:oleObj>
              </mc:Choice>
              <mc:Fallback>
                <p:oleObj name="Equation" r:id="rId18" imgW="1206360" imgH="2664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6062474"/>
                        <a:ext cx="13303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4693027" y="4840124"/>
            <a:ext cx="196720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等代梁      的影响线</a:t>
            </a:r>
          </a:p>
        </p:txBody>
      </p:sp>
      <p:graphicFrame>
        <p:nvGraphicFramePr>
          <p:cNvPr id="379916" name="Object 12"/>
          <p:cNvGraphicFramePr>
            <a:graphicFrameLocks noChangeAspect="1"/>
          </p:cNvGraphicFramePr>
          <p:nvPr/>
        </p:nvGraphicFramePr>
        <p:xfrm>
          <a:off x="5423381" y="4881220"/>
          <a:ext cx="2921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5" name="Equation" r:id="rId20" imgW="291960" imgH="266400" progId="Equation.DSMT4">
                  <p:embed/>
                </p:oleObj>
              </mc:Choice>
              <mc:Fallback>
                <p:oleObj name="Equation" r:id="rId20" imgW="291960" imgH="2664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3381" y="4881220"/>
                        <a:ext cx="2921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9918" name="Picture 14"/>
          <p:cNvPicPr>
            <a:picLocks noChangeAspect="1" noChangeArrowheads="1"/>
          </p:cNvPicPr>
          <p:nvPr/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4499992" y="3866138"/>
            <a:ext cx="222885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矩形 23"/>
          <p:cNvSpPr/>
          <p:nvPr/>
        </p:nvSpPr>
        <p:spPr>
          <a:xfrm>
            <a:off x="7740352" y="484012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的影响线</a:t>
            </a:r>
          </a:p>
        </p:txBody>
      </p:sp>
      <p:graphicFrame>
        <p:nvGraphicFramePr>
          <p:cNvPr id="379921" name="Object 17"/>
          <p:cNvGraphicFramePr>
            <a:graphicFrameLocks noChangeAspect="1"/>
          </p:cNvGraphicFramePr>
          <p:nvPr/>
        </p:nvGraphicFramePr>
        <p:xfrm>
          <a:off x="7452320" y="4927104"/>
          <a:ext cx="355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6" name="Equation" r:id="rId23" imgW="355320" imgH="241200" progId="Equation.DSMT4">
                  <p:embed/>
                </p:oleObj>
              </mc:Choice>
              <mc:Fallback>
                <p:oleObj name="Equation" r:id="rId23" imgW="355320" imgH="241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4927104"/>
                        <a:ext cx="3556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0940" name="Picture 12"/>
          <p:cNvPicPr>
            <a:picLocks noChangeAspect="1" noChangeArrowheads="1"/>
          </p:cNvPicPr>
          <p:nvPr/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7020272" y="3995638"/>
            <a:ext cx="18811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0941" name="Picture 13"/>
          <p:cNvPicPr>
            <a:picLocks noChangeAspect="1" noChangeArrowheads="1"/>
          </p:cNvPicPr>
          <p:nvPr/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4697511" y="5322694"/>
            <a:ext cx="1890713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0942" name="Picture 14"/>
          <p:cNvPicPr>
            <a:picLocks noChangeAspect="1" noChangeArrowheads="1"/>
          </p:cNvPicPr>
          <p:nvPr/>
        </p:nvPicPr>
        <p:blipFill>
          <a:blip r:embed="rId27" cstate="print"/>
          <a:srcRect/>
          <a:stretch>
            <a:fillRect/>
          </a:stretch>
        </p:blipFill>
        <p:spPr bwMode="auto">
          <a:xfrm>
            <a:off x="7020272" y="5466710"/>
            <a:ext cx="1890713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矩形 24"/>
          <p:cNvSpPr/>
          <p:nvPr/>
        </p:nvSpPr>
        <p:spPr>
          <a:xfrm>
            <a:off x="7740352" y="6042774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的影响线</a:t>
            </a:r>
          </a:p>
        </p:txBody>
      </p:sp>
      <p:graphicFrame>
        <p:nvGraphicFramePr>
          <p:cNvPr id="380943" name="Object 12"/>
          <p:cNvGraphicFramePr>
            <a:graphicFrameLocks noChangeAspect="1"/>
          </p:cNvGraphicFramePr>
          <p:nvPr/>
        </p:nvGraphicFramePr>
        <p:xfrm>
          <a:off x="7452320" y="6063322"/>
          <a:ext cx="325868" cy="297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37" name="Equation" r:id="rId28" imgW="291960" imgH="266400" progId="Equation.DSMT4">
                  <p:embed/>
                </p:oleObj>
              </mc:Choice>
              <mc:Fallback>
                <p:oleObj name="Equation" r:id="rId28" imgW="291960" imgH="26640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6063322"/>
                        <a:ext cx="325868" cy="297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</a:t>
            </a:r>
            <a:r>
              <a:rPr lang="zh-CN" altLang="en-US">
                <a:solidFill>
                  <a:srgbClr val="FF0000"/>
                </a:solidFill>
              </a:rPr>
              <a:t>对称</a:t>
            </a:r>
            <a:r>
              <a:rPr lang="zh-CN" altLang="en-US"/>
              <a:t>拱</a:t>
            </a:r>
            <a:endParaRPr lang="en-US" altLang="zh-CN"/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沿拱顶截开</a:t>
            </a:r>
            <a:endParaRPr lang="en-US" altLang="zh-CN"/>
          </a:p>
          <a:p>
            <a:pPr lvl="2"/>
            <a:r>
              <a:rPr lang="zh-CN" altLang="en-US"/>
              <a:t>力法方程：分解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716016" y="2636912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无铰拱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265839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310274" name="Object 4"/>
          <p:cNvGraphicFramePr>
            <a:graphicFrameLocks noChangeAspect="1"/>
          </p:cNvGraphicFramePr>
          <p:nvPr/>
        </p:nvGraphicFramePr>
        <p:xfrm>
          <a:off x="1675334" y="3774231"/>
          <a:ext cx="1960562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219" name="Equation" r:id="rId3" imgW="1701720" imgH="825480" progId="Equation.DSMT4">
                  <p:embed/>
                </p:oleObj>
              </mc:Choice>
              <mc:Fallback>
                <p:oleObj name="Equation" r:id="rId3" imgW="170172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5334" y="3774231"/>
                        <a:ext cx="1960562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400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67944" y="1412776"/>
            <a:ext cx="2147888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400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660232" y="1340768"/>
            <a:ext cx="2147888" cy="99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4139952" y="3356992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能否进一步简化？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新基本体系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力法方程：简化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>
                <a:solidFill>
                  <a:srgbClr val="FF0000"/>
                </a:solidFill>
              </a:rPr>
              <a:t>目标：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716016" y="2636912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无铰拱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265839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3840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412776"/>
            <a:ext cx="2147888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400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0232" y="1340768"/>
            <a:ext cx="2147888" cy="99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7164288" y="4242574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pic>
        <p:nvPicPr>
          <p:cNvPr id="385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8224" y="3068960"/>
            <a:ext cx="2147888" cy="111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5029" name="Object 4"/>
          <p:cNvGraphicFramePr>
            <a:graphicFrameLocks noChangeAspect="1"/>
          </p:cNvGraphicFramePr>
          <p:nvPr/>
        </p:nvGraphicFramePr>
        <p:xfrm>
          <a:off x="3491880" y="3429000"/>
          <a:ext cx="1331913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484" name="Equation" r:id="rId6" imgW="1155600" imgH="825480" progId="Equation.DSMT4">
                  <p:embed/>
                </p:oleObj>
              </mc:Choice>
              <mc:Fallback>
                <p:oleObj name="Equation" r:id="rId6" imgW="115560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3429000"/>
                        <a:ext cx="1331913" cy="950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30" name="Object 6"/>
          <p:cNvGraphicFramePr>
            <a:graphicFrameLocks noChangeAspect="1"/>
          </p:cNvGraphicFramePr>
          <p:nvPr/>
        </p:nvGraphicFramePr>
        <p:xfrm>
          <a:off x="2370573" y="3778766"/>
          <a:ext cx="606383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485" name="Equation" r:id="rId8" imgW="507960" imgH="241200" progId="Equation.DSMT4">
                  <p:embed/>
                </p:oleObj>
              </mc:Choice>
              <mc:Fallback>
                <p:oleObj name="Equation" r:id="rId8" imgW="50796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573" y="3778766"/>
                        <a:ext cx="606383" cy="288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右箭头 15"/>
          <p:cNvSpPr/>
          <p:nvPr/>
        </p:nvSpPr>
        <p:spPr bwMode="auto">
          <a:xfrm>
            <a:off x="3131840" y="3830226"/>
            <a:ext cx="21602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力法方程：简化目标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716016" y="2636912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无铰拱</a:t>
            </a:r>
          </a:p>
        </p:txBody>
      </p:sp>
      <p:sp>
        <p:nvSpPr>
          <p:cNvPr id="19" name="矩形 18"/>
          <p:cNvSpPr/>
          <p:nvPr/>
        </p:nvSpPr>
        <p:spPr>
          <a:xfrm>
            <a:off x="7308304" y="2658398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原基本体系</a:t>
            </a:r>
          </a:p>
        </p:txBody>
      </p:sp>
      <p:pic>
        <p:nvPicPr>
          <p:cNvPr id="3840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412776"/>
            <a:ext cx="2147888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400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60232" y="1340768"/>
            <a:ext cx="2147888" cy="99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6084168" y="4725144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graphicFrame>
        <p:nvGraphicFramePr>
          <p:cNvPr id="385033" name="Object 9"/>
          <p:cNvGraphicFramePr>
            <a:graphicFrameLocks noChangeAspect="1"/>
          </p:cNvGraphicFramePr>
          <p:nvPr/>
        </p:nvGraphicFramePr>
        <p:xfrm>
          <a:off x="7524328" y="4771876"/>
          <a:ext cx="7318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467" name="Equation" r:id="rId5" imgW="736560" imgH="241200" progId="Equation.DSMT4">
                  <p:embed/>
                </p:oleObj>
              </mc:Choice>
              <mc:Fallback>
                <p:oleObj name="Equation" r:id="rId5" imgW="736560" imgH="2412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4771876"/>
                        <a:ext cx="73183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34" name="Object 8"/>
          <p:cNvGraphicFramePr>
            <a:graphicFrameLocks noChangeAspect="1"/>
          </p:cNvGraphicFramePr>
          <p:nvPr/>
        </p:nvGraphicFramePr>
        <p:xfrm>
          <a:off x="1508125" y="3789363"/>
          <a:ext cx="36401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468" name="Equation" r:id="rId7" imgW="3657600" imgH="482400" progId="Equation.DSMT4">
                  <p:embed/>
                </p:oleObj>
              </mc:Choice>
              <mc:Fallback>
                <p:oleObj name="Equation" r:id="rId7" imgW="3657600" imgH="4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3789363"/>
                        <a:ext cx="36401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220072" y="3099872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力法方程：简化目标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716016" y="2636912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无铰拱</a:t>
            </a:r>
          </a:p>
        </p:txBody>
      </p:sp>
      <p:pic>
        <p:nvPicPr>
          <p:cNvPr id="3840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412776"/>
            <a:ext cx="2147888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6084168" y="4725144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graphicFrame>
        <p:nvGraphicFramePr>
          <p:cNvPr id="385033" name="Object 9"/>
          <p:cNvGraphicFramePr>
            <a:graphicFrameLocks noChangeAspect="1"/>
          </p:cNvGraphicFramePr>
          <p:nvPr/>
        </p:nvGraphicFramePr>
        <p:xfrm>
          <a:off x="7524328" y="4771876"/>
          <a:ext cx="7318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728" name="Equation" r:id="rId4" imgW="736560" imgH="241200" progId="Equation.DSMT4">
                  <p:embed/>
                </p:oleObj>
              </mc:Choice>
              <mc:Fallback>
                <p:oleObj name="Equation" r:id="rId4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4771876"/>
                        <a:ext cx="73183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/>
          <p:cNvGrpSpPr/>
          <p:nvPr/>
        </p:nvGrpSpPr>
        <p:grpSpPr>
          <a:xfrm>
            <a:off x="6732240" y="1654125"/>
            <a:ext cx="2157413" cy="1342827"/>
            <a:chOff x="6732240" y="1654125"/>
            <a:chExt cx="2157413" cy="1342827"/>
          </a:xfrm>
        </p:grpSpPr>
        <p:sp>
          <p:nvSpPr>
            <p:cNvPr id="19" name="矩形 18"/>
            <p:cNvSpPr/>
            <p:nvPr/>
          </p:nvSpPr>
          <p:spPr>
            <a:xfrm>
              <a:off x="7308304" y="2658398"/>
              <a:ext cx="1284326" cy="338554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solidFill>
                    <a:srgbClr val="FF0000"/>
                  </a:solidFill>
                </a:rPr>
                <a:t>仅</a:t>
              </a:r>
              <a:r>
                <a:rPr lang="en-US" altLang="zh-CN" sz="1600" b="1" i="1">
                  <a:solidFill>
                    <a:srgbClr val="FF0000"/>
                  </a:solidFill>
                </a:rPr>
                <a:t>X</a:t>
              </a:r>
              <a:r>
                <a:rPr lang="en-US" altLang="zh-CN" sz="1600" b="1" baseline="-25000">
                  <a:solidFill>
                    <a:srgbClr val="FF0000"/>
                  </a:solidFill>
                </a:rPr>
                <a:t>1</a:t>
              </a:r>
              <a:r>
                <a:rPr lang="en-US" altLang="zh-CN" sz="1600" b="1">
                  <a:solidFill>
                    <a:srgbClr val="FF0000"/>
                  </a:solidFill>
                </a:rPr>
                <a:t>=1</a:t>
              </a:r>
              <a:r>
                <a:rPr lang="zh-CN" altLang="en-US" sz="1600" b="1">
                  <a:solidFill>
                    <a:srgbClr val="FF0000"/>
                  </a:solidFill>
                </a:rPr>
                <a:t>作用</a:t>
              </a:r>
            </a:p>
          </p:txBody>
        </p:sp>
        <p:pic>
          <p:nvPicPr>
            <p:cNvPr id="387077" name="Picture 5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732240" y="1654125"/>
              <a:ext cx="2157413" cy="7667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87078" name="Object 8"/>
          <p:cNvGraphicFramePr>
            <a:graphicFrameLocks noChangeAspect="1"/>
          </p:cNvGraphicFramePr>
          <p:nvPr/>
        </p:nvGraphicFramePr>
        <p:xfrm>
          <a:off x="1547664" y="4365104"/>
          <a:ext cx="669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729" name="Equation" r:id="rId7" imgW="672840" imgH="927000" progId="Equation.DSMT4">
                  <p:embed/>
                </p:oleObj>
              </mc:Choice>
              <mc:Fallback>
                <p:oleObj name="Equation" r:id="rId7" imgW="672840" imgH="9270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365104"/>
                        <a:ext cx="669925" cy="927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79" name="Object 8"/>
          <p:cNvGraphicFramePr>
            <a:graphicFrameLocks noChangeAspect="1"/>
          </p:cNvGraphicFramePr>
          <p:nvPr/>
        </p:nvGraphicFramePr>
        <p:xfrm>
          <a:off x="1508125" y="3789363"/>
          <a:ext cx="36401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730" name="Equation" r:id="rId9" imgW="3657600" imgH="482400" progId="Equation.DSMT4">
                  <p:embed/>
                </p:oleObj>
              </mc:Choice>
              <mc:Fallback>
                <p:oleObj name="Equation" r:id="rId9" imgW="3657600" imgH="4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3789363"/>
                        <a:ext cx="36401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220072" y="3099872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力法方程：简化目标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716016" y="2636912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无铰拱</a:t>
            </a:r>
          </a:p>
        </p:txBody>
      </p:sp>
      <p:pic>
        <p:nvPicPr>
          <p:cNvPr id="3840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412776"/>
            <a:ext cx="2147888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6084168" y="4725144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graphicFrame>
        <p:nvGraphicFramePr>
          <p:cNvPr id="385033" name="Object 9"/>
          <p:cNvGraphicFramePr>
            <a:graphicFrameLocks noChangeAspect="1"/>
          </p:cNvGraphicFramePr>
          <p:nvPr/>
        </p:nvGraphicFramePr>
        <p:xfrm>
          <a:off x="7524328" y="4771876"/>
          <a:ext cx="7318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969" name="Equation" r:id="rId4" imgW="736560" imgH="241200" progId="Equation.DSMT4">
                  <p:embed/>
                </p:oleObj>
              </mc:Choice>
              <mc:Fallback>
                <p:oleObj name="Equation" r:id="rId4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4771876"/>
                        <a:ext cx="73183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7308304" y="2658398"/>
            <a:ext cx="1245854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仅</a:t>
            </a:r>
            <a:r>
              <a:rPr lang="en-US" altLang="zh-CN" sz="1600" b="1" i="1">
                <a:solidFill>
                  <a:srgbClr val="FF0000"/>
                </a:solidFill>
              </a:rPr>
              <a:t>X</a:t>
            </a:r>
            <a:r>
              <a:rPr lang="en-US" altLang="zh-CN" sz="1600" b="1" baseline="-25000">
                <a:solidFill>
                  <a:srgbClr val="FF0000"/>
                </a:solidFill>
              </a:rPr>
              <a:t>2</a:t>
            </a:r>
            <a:r>
              <a:rPr lang="en-US" altLang="zh-CN" sz="1600" b="1">
                <a:solidFill>
                  <a:srgbClr val="FF0000"/>
                </a:solidFill>
              </a:rPr>
              <a:t>=1</a:t>
            </a:r>
            <a:r>
              <a:rPr lang="zh-CN" altLang="en-US" sz="1600" b="1">
                <a:solidFill>
                  <a:srgbClr val="FF0000"/>
                </a:solidFill>
              </a:rPr>
              <a:t>作用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87078" name="Object 8"/>
          <p:cNvGraphicFramePr>
            <a:graphicFrameLocks noChangeAspect="1"/>
          </p:cNvGraphicFramePr>
          <p:nvPr/>
        </p:nvGraphicFramePr>
        <p:xfrm>
          <a:off x="1475656" y="4365104"/>
          <a:ext cx="669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970" name="Equation" r:id="rId6" imgW="672840" imgH="927000" progId="Equation.DSMT4">
                  <p:embed/>
                </p:oleObj>
              </mc:Choice>
              <mc:Fallback>
                <p:oleObj name="Equation" r:id="rId6" imgW="672840" imgH="9270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365104"/>
                        <a:ext cx="6699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8102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763062" y="1700808"/>
            <a:ext cx="215741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8103" name="Object 8"/>
          <p:cNvGraphicFramePr>
            <a:graphicFrameLocks noChangeAspect="1"/>
          </p:cNvGraphicFramePr>
          <p:nvPr/>
        </p:nvGraphicFramePr>
        <p:xfrm>
          <a:off x="2425700" y="4365625"/>
          <a:ext cx="107473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971" name="Equation" r:id="rId9" imgW="1079280" imgH="927000" progId="Equation.DSMT4">
                  <p:embed/>
                </p:oleObj>
              </mc:Choice>
              <mc:Fallback>
                <p:oleObj name="Equation" r:id="rId9" imgW="1079280" imgH="9270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365625"/>
                        <a:ext cx="1074738" cy="927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04" name="Object 8"/>
          <p:cNvGraphicFramePr>
            <a:graphicFrameLocks noChangeAspect="1"/>
          </p:cNvGraphicFramePr>
          <p:nvPr/>
        </p:nvGraphicFramePr>
        <p:xfrm>
          <a:off x="1508125" y="3789363"/>
          <a:ext cx="36401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972" name="Equation" r:id="rId11" imgW="3657600" imgH="482400" progId="Equation.DSMT4">
                  <p:embed/>
                </p:oleObj>
              </mc:Choice>
              <mc:Fallback>
                <p:oleObj name="Equation" r:id="rId11" imgW="3657600" imgH="4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125" y="3789363"/>
                        <a:ext cx="36401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0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220072" y="3099872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力法方程：简化目标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716016" y="2636912"/>
            <a:ext cx="8002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无铰拱</a:t>
            </a:r>
          </a:p>
        </p:txBody>
      </p:sp>
      <p:pic>
        <p:nvPicPr>
          <p:cNvPr id="38400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1412776"/>
            <a:ext cx="2147888" cy="112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6084168" y="4725144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graphicFrame>
        <p:nvGraphicFramePr>
          <p:cNvPr id="385032" name="Object 8"/>
          <p:cNvGraphicFramePr>
            <a:graphicFrameLocks noChangeAspect="1"/>
          </p:cNvGraphicFramePr>
          <p:nvPr/>
        </p:nvGraphicFramePr>
        <p:xfrm>
          <a:off x="1507926" y="3789363"/>
          <a:ext cx="36401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09" name="Equation" r:id="rId4" imgW="3657600" imgH="482400" progId="Equation.DSMT4">
                  <p:embed/>
                </p:oleObj>
              </mc:Choice>
              <mc:Fallback>
                <p:oleObj name="Equation" r:id="rId4" imgW="3657600" imgH="482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926" y="3789363"/>
                        <a:ext cx="36401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33" name="Object 9"/>
          <p:cNvGraphicFramePr>
            <a:graphicFrameLocks noChangeAspect="1"/>
          </p:cNvGraphicFramePr>
          <p:nvPr/>
        </p:nvGraphicFramePr>
        <p:xfrm>
          <a:off x="7524328" y="4771876"/>
          <a:ext cx="7318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10" name="Equation" r:id="rId6" imgW="736560" imgH="241200" progId="Equation.DSMT4">
                  <p:embed/>
                </p:oleObj>
              </mc:Choice>
              <mc:Fallback>
                <p:oleObj name="Equation" r:id="rId6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4771876"/>
                        <a:ext cx="73183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7308304" y="2658398"/>
            <a:ext cx="1245854" cy="338554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仅</a:t>
            </a:r>
            <a:r>
              <a:rPr lang="en-US" altLang="zh-CN" sz="1600" b="1" i="1">
                <a:solidFill>
                  <a:srgbClr val="FF0000"/>
                </a:solidFill>
              </a:rPr>
              <a:t>X</a:t>
            </a:r>
            <a:r>
              <a:rPr lang="en-US" altLang="zh-CN" sz="1600" b="1" baseline="-25000">
                <a:solidFill>
                  <a:srgbClr val="FF0000"/>
                </a:solidFill>
              </a:rPr>
              <a:t>2</a:t>
            </a:r>
            <a:r>
              <a:rPr lang="en-US" altLang="zh-CN" sz="1600" b="1">
                <a:solidFill>
                  <a:srgbClr val="FF0000"/>
                </a:solidFill>
              </a:rPr>
              <a:t>=1</a:t>
            </a:r>
            <a:r>
              <a:rPr lang="zh-CN" altLang="en-US" sz="1600" b="1">
                <a:solidFill>
                  <a:srgbClr val="FF0000"/>
                </a:solidFill>
              </a:rPr>
              <a:t>作用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87078" name="Object 8"/>
          <p:cNvGraphicFramePr>
            <a:graphicFrameLocks noChangeAspect="1"/>
          </p:cNvGraphicFramePr>
          <p:nvPr/>
        </p:nvGraphicFramePr>
        <p:xfrm>
          <a:off x="1475656" y="4365104"/>
          <a:ext cx="669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11" name="Equation" r:id="rId8" imgW="672840" imgH="927000" progId="Equation.DSMT4">
                  <p:embed/>
                </p:oleObj>
              </mc:Choice>
              <mc:Fallback>
                <p:oleObj name="Equation" r:id="rId8" imgW="672840" imgH="927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365104"/>
                        <a:ext cx="6699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8102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763062" y="1700808"/>
            <a:ext cx="215741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88103" name="Object 8"/>
          <p:cNvGraphicFramePr>
            <a:graphicFrameLocks noChangeAspect="1"/>
          </p:cNvGraphicFramePr>
          <p:nvPr/>
        </p:nvGraphicFramePr>
        <p:xfrm>
          <a:off x="2425700" y="4365625"/>
          <a:ext cx="107473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12" name="Equation" r:id="rId11" imgW="1079280" imgH="927000" progId="Equation.DSMT4">
                  <p:embed/>
                </p:oleObj>
              </mc:Choice>
              <mc:Fallback>
                <p:oleObj name="Equation" r:id="rId11" imgW="1079280" imgH="927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365625"/>
                        <a:ext cx="107473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7" name="Object 8"/>
          <p:cNvGraphicFramePr>
            <a:graphicFrameLocks noChangeAspect="1"/>
          </p:cNvGraphicFramePr>
          <p:nvPr/>
        </p:nvGraphicFramePr>
        <p:xfrm>
          <a:off x="1835696" y="5373216"/>
          <a:ext cx="22367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13" name="Equation" r:id="rId13" imgW="2247840" imgH="444240" progId="Equation.DSMT4">
                  <p:embed/>
                </p:oleObj>
              </mc:Choice>
              <mc:Fallback>
                <p:oleObj name="Equation" r:id="rId13" imgW="2247840" imgH="4442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5373216"/>
                        <a:ext cx="2236787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8" name="Object 8"/>
          <p:cNvGraphicFramePr>
            <a:graphicFrameLocks noChangeAspect="1"/>
          </p:cNvGraphicFramePr>
          <p:nvPr/>
        </p:nvGraphicFramePr>
        <p:xfrm>
          <a:off x="4638608" y="5321756"/>
          <a:ext cx="166158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0814" name="Equation" r:id="rId15" imgW="1473120" imgH="444240" progId="Equation.DSMT4">
                  <p:embed/>
                </p:oleObj>
              </mc:Choice>
              <mc:Fallback>
                <p:oleObj name="Equation" r:id="rId15" imgW="1473120" imgH="44424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8608" y="5321756"/>
                        <a:ext cx="1661584" cy="504056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左右箭头 19"/>
          <p:cNvSpPr/>
          <p:nvPr/>
        </p:nvSpPr>
        <p:spPr bwMode="auto">
          <a:xfrm>
            <a:off x="4211960" y="5527506"/>
            <a:ext cx="288032" cy="144016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1" name="下箭头 20"/>
          <p:cNvSpPr/>
          <p:nvPr/>
        </p:nvSpPr>
        <p:spPr bwMode="auto">
          <a:xfrm>
            <a:off x="3707904" y="4365104"/>
            <a:ext cx="144016" cy="100811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2" name="右箭头 21"/>
          <p:cNvSpPr/>
          <p:nvPr/>
        </p:nvSpPr>
        <p:spPr bwMode="auto">
          <a:xfrm>
            <a:off x="3563888" y="4797152"/>
            <a:ext cx="216024" cy="14401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3" name="Picture 10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5220072" y="3099872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力法方程：简化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graphicFrame>
        <p:nvGraphicFramePr>
          <p:cNvPr id="385033" name="Object 9"/>
          <p:cNvGraphicFramePr>
            <a:graphicFrameLocks noChangeAspect="1"/>
          </p:cNvGraphicFramePr>
          <p:nvPr/>
        </p:nvGraphicFramePr>
        <p:xfrm>
          <a:off x="7380312" y="3284984"/>
          <a:ext cx="731838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21" name="Equation" r:id="rId3" imgW="736560" imgH="241200" progId="Equation.DSMT4">
                  <p:embed/>
                </p:oleObj>
              </mc:Choice>
              <mc:Fallback>
                <p:oleObj name="Equation" r:id="rId3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312" y="3284984"/>
                        <a:ext cx="731838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89128" name="Object 8"/>
          <p:cNvGraphicFramePr>
            <a:graphicFrameLocks noChangeAspect="1"/>
          </p:cNvGraphicFramePr>
          <p:nvPr/>
        </p:nvGraphicFramePr>
        <p:xfrm>
          <a:off x="1691680" y="3717032"/>
          <a:ext cx="166158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22" name="Equation" r:id="rId5" imgW="1473120" imgH="444240" progId="Equation.DSMT4">
                  <p:embed/>
                </p:oleObj>
              </mc:Choice>
              <mc:Fallback>
                <p:oleObj name="Equation" r:id="rId5" imgW="147312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717032"/>
                        <a:ext cx="1661584" cy="504056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下箭头 20"/>
          <p:cNvSpPr/>
          <p:nvPr/>
        </p:nvSpPr>
        <p:spPr bwMode="auto">
          <a:xfrm>
            <a:off x="3419872" y="4077072"/>
            <a:ext cx="216024" cy="50405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0153" name="Object 4"/>
          <p:cNvGraphicFramePr>
            <a:graphicFrameLocks noChangeAspect="1"/>
          </p:cNvGraphicFramePr>
          <p:nvPr/>
        </p:nvGraphicFramePr>
        <p:xfrm>
          <a:off x="1655911" y="4365104"/>
          <a:ext cx="1331913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823" name="Equation" r:id="rId7" imgW="1155600" imgH="825480" progId="Equation.DSMT4">
                  <p:embed/>
                </p:oleObj>
              </mc:Choice>
              <mc:Fallback>
                <p:oleObj name="Equation" r:id="rId7" imgW="115560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911" y="4365104"/>
                        <a:ext cx="1331913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7" name="直接箭头连接符 26"/>
          <p:cNvCxnSpPr/>
          <p:nvPr/>
        </p:nvCxnSpPr>
        <p:spPr bwMode="auto">
          <a:xfrm flipH="1">
            <a:off x="3347864" y="3717032"/>
            <a:ext cx="576064" cy="1440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" name="矩形 27"/>
          <p:cNvSpPr/>
          <p:nvPr/>
        </p:nvSpPr>
        <p:spPr>
          <a:xfrm>
            <a:off x="3923928" y="3522494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如何理解？</a:t>
            </a:r>
          </a:p>
        </p:txBody>
      </p:sp>
      <p:sp>
        <p:nvSpPr>
          <p:cNvPr id="16" name="矩形 15"/>
          <p:cNvSpPr/>
          <p:nvPr/>
        </p:nvSpPr>
        <p:spPr>
          <a:xfrm>
            <a:off x="5940152" y="3212976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pic>
        <p:nvPicPr>
          <p:cNvPr id="17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148064" y="1556792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力法方程：简化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940152" y="3212976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89128" name="Object 8"/>
          <p:cNvGraphicFramePr>
            <a:graphicFrameLocks noChangeAspect="1"/>
          </p:cNvGraphicFramePr>
          <p:nvPr/>
        </p:nvGraphicFramePr>
        <p:xfrm>
          <a:off x="1691680" y="3717032"/>
          <a:ext cx="1661584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61" name="Equation" r:id="rId3" imgW="1473120" imgH="444240" progId="Equation.DSMT4">
                  <p:embed/>
                </p:oleObj>
              </mc:Choice>
              <mc:Fallback>
                <p:oleObj name="Equation" r:id="rId3" imgW="147312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717032"/>
                        <a:ext cx="1661584" cy="504056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下箭头 20"/>
          <p:cNvSpPr/>
          <p:nvPr/>
        </p:nvSpPr>
        <p:spPr bwMode="auto">
          <a:xfrm>
            <a:off x="3419872" y="4077072"/>
            <a:ext cx="216024" cy="504056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0153" name="Object 4"/>
          <p:cNvGraphicFramePr>
            <a:graphicFrameLocks noChangeAspect="1"/>
          </p:cNvGraphicFramePr>
          <p:nvPr/>
        </p:nvGraphicFramePr>
        <p:xfrm>
          <a:off x="1655911" y="4365104"/>
          <a:ext cx="1331913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62" name="Equation" r:id="rId5" imgW="1155600" imgH="825480" progId="Equation.DSMT4">
                  <p:embed/>
                </p:oleObj>
              </mc:Choice>
              <mc:Fallback>
                <p:oleObj name="Equation" r:id="rId5" imgW="115560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911" y="4365104"/>
                        <a:ext cx="1331913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48064" y="1556792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矩形 27"/>
          <p:cNvSpPr/>
          <p:nvPr/>
        </p:nvSpPr>
        <p:spPr>
          <a:xfrm>
            <a:off x="7164288" y="5379600"/>
            <a:ext cx="1672253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    ：截面宽度</a:t>
            </a:r>
            <a:endParaRPr lang="en-US" altLang="zh-CN" sz="1600" b="1"/>
          </a:p>
          <a:p>
            <a:endParaRPr lang="en-US" altLang="zh-CN" sz="1200" b="1"/>
          </a:p>
          <a:p>
            <a:r>
              <a:rPr lang="zh-CN" altLang="en-US" sz="1600" b="1"/>
              <a:t>    ：弹性面积</a:t>
            </a:r>
            <a:endParaRPr lang="en-US" altLang="zh-CN" sz="1600" b="1"/>
          </a:p>
          <a:p>
            <a:endParaRPr lang="en-US" altLang="zh-CN" sz="1200" b="1"/>
          </a:p>
          <a:p>
            <a:r>
              <a:rPr lang="zh-CN" altLang="en-US" sz="1600" b="1"/>
              <a:t>    ：对    轴的矩</a:t>
            </a:r>
            <a:endParaRPr lang="en-US" altLang="zh-CN" sz="1600" b="1"/>
          </a:p>
          <a:p>
            <a:endParaRPr lang="en-US" altLang="zh-CN" sz="1600" b="1"/>
          </a:p>
          <a:p>
            <a:endParaRPr lang="en-US" altLang="zh-CN" sz="1600" b="1"/>
          </a:p>
          <a:p>
            <a:endParaRPr lang="zh-CN" altLang="en-US" sz="1600" b="1">
              <a:solidFill>
                <a:srgbClr val="FF0000"/>
              </a:solidFill>
            </a:endParaRPr>
          </a:p>
        </p:txBody>
      </p:sp>
      <p:pic>
        <p:nvPicPr>
          <p:cNvPr id="390155" name="Picture 11"/>
          <p:cNvPicPr>
            <a:picLocks noChangeAspect="1" noChangeArrowheads="1"/>
          </p:cNvPicPr>
          <p:nvPr/>
        </p:nvPicPr>
        <p:blipFill>
          <a:blip r:embed="rId8" cstate="print"/>
          <a:srcRect l="10904" t="15750"/>
          <a:stretch>
            <a:fillRect/>
          </a:stretch>
        </p:blipFill>
        <p:spPr bwMode="auto">
          <a:xfrm>
            <a:off x="5220072" y="3904456"/>
            <a:ext cx="3530352" cy="154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矩形 29"/>
          <p:cNvSpPr/>
          <p:nvPr/>
        </p:nvSpPr>
        <p:spPr>
          <a:xfrm>
            <a:off x="5940152" y="537321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弹性中心</a:t>
            </a:r>
          </a:p>
        </p:txBody>
      </p:sp>
      <p:graphicFrame>
        <p:nvGraphicFramePr>
          <p:cNvPr id="390156" name="Object 4"/>
          <p:cNvGraphicFramePr>
            <a:graphicFrameLocks noChangeAspect="1"/>
          </p:cNvGraphicFramePr>
          <p:nvPr/>
        </p:nvGraphicFramePr>
        <p:xfrm>
          <a:off x="7110437" y="5301208"/>
          <a:ext cx="2698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63" name="Equation" r:id="rId9" imgW="266400" imgH="444240" progId="Equation.DSMT4">
                  <p:embed/>
                </p:oleObj>
              </mc:Choice>
              <mc:Fallback>
                <p:oleObj name="Equation" r:id="rId9" imgW="266400" imgH="44424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0437" y="5301208"/>
                        <a:ext cx="269875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7" name="Object 13"/>
          <p:cNvGraphicFramePr>
            <a:graphicFrameLocks noChangeAspect="1"/>
          </p:cNvGraphicFramePr>
          <p:nvPr/>
        </p:nvGraphicFramePr>
        <p:xfrm>
          <a:off x="6886530" y="5733256"/>
          <a:ext cx="546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64" name="Equation" r:id="rId11" imgW="545760" imgH="444240" progId="Equation.DSMT4">
                  <p:embed/>
                </p:oleObj>
              </mc:Choice>
              <mc:Fallback>
                <p:oleObj name="Equation" r:id="rId11" imgW="545760" imgH="44424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6530" y="5733256"/>
                        <a:ext cx="546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8" name="Object 14"/>
          <p:cNvGraphicFramePr>
            <a:graphicFrameLocks noChangeAspect="1"/>
          </p:cNvGraphicFramePr>
          <p:nvPr/>
        </p:nvGraphicFramePr>
        <p:xfrm>
          <a:off x="7912318" y="6257847"/>
          <a:ext cx="249808" cy="285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65" name="Equation" r:id="rId13" imgW="177480" imgH="203040" progId="Equation.DSMT4">
                  <p:embed/>
                </p:oleObj>
              </mc:Choice>
              <mc:Fallback>
                <p:oleObj name="Equation" r:id="rId13" imgW="177480" imgH="203040" progId="Equation.DSMT4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2318" y="6257847"/>
                        <a:ext cx="249808" cy="285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0159" name="Object 15"/>
          <p:cNvGraphicFramePr>
            <a:graphicFrameLocks noChangeAspect="1"/>
          </p:cNvGraphicFramePr>
          <p:nvPr/>
        </p:nvGraphicFramePr>
        <p:xfrm>
          <a:off x="6886530" y="6165304"/>
          <a:ext cx="546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66" name="Equation" r:id="rId15" imgW="545760" imgH="444240" progId="Equation.DSMT4">
                  <p:embed/>
                </p:oleObj>
              </mc:Choice>
              <mc:Fallback>
                <p:oleObj name="Equation" r:id="rId15" imgW="545760" imgH="444240" progId="Equation.DSMT4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6530" y="6165304"/>
                        <a:ext cx="546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" name="直接箭头连接符 42"/>
          <p:cNvCxnSpPr/>
          <p:nvPr/>
        </p:nvCxnSpPr>
        <p:spPr bwMode="auto">
          <a:xfrm flipH="1">
            <a:off x="3347864" y="3717032"/>
            <a:ext cx="576064" cy="1440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3923929" y="3522494"/>
            <a:ext cx="1296144" cy="1323439"/>
          </a:xfrm>
          <a:prstGeom prst="rect">
            <a:avLst/>
          </a:prstGeom>
          <a:ln w="19050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FF0000"/>
                </a:solidFill>
              </a:rPr>
              <a:t>如何理解？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endParaRPr lang="en-US" altLang="zh-CN" sz="1600" b="1" dirty="0">
              <a:solidFill>
                <a:srgbClr val="002060"/>
              </a:solidFill>
            </a:endParaRPr>
          </a:p>
          <a:p>
            <a:r>
              <a:rPr lang="zh-CN" altLang="en-US" sz="1600" b="1" dirty="0">
                <a:solidFill>
                  <a:srgbClr val="002060"/>
                </a:solidFill>
              </a:rPr>
              <a:t>弹性面积的形心对中心的距离</a:t>
            </a:r>
          </a:p>
        </p:txBody>
      </p:sp>
      <p:graphicFrame>
        <p:nvGraphicFramePr>
          <p:cNvPr id="390160" name="Object 9"/>
          <p:cNvGraphicFramePr>
            <a:graphicFrameLocks noChangeAspect="1"/>
          </p:cNvGraphicFramePr>
          <p:nvPr/>
        </p:nvGraphicFramePr>
        <p:xfrm>
          <a:off x="7380288" y="3284538"/>
          <a:ext cx="7318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2367" name="Equation" r:id="rId17" imgW="736560" imgH="241200" progId="Equation.DSMT4">
                  <p:embed/>
                </p:oleObj>
              </mc:Choice>
              <mc:Fallback>
                <p:oleObj name="Equation" r:id="rId17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3284538"/>
                        <a:ext cx="7318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/>
              <a:t>力法方程：寻找弹性中心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293171" y="2996952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0153" name="Object 4"/>
          <p:cNvGraphicFramePr>
            <a:graphicFrameLocks noChangeAspect="1"/>
          </p:cNvGraphicFramePr>
          <p:nvPr/>
        </p:nvGraphicFramePr>
        <p:xfrm>
          <a:off x="1692275" y="3716338"/>
          <a:ext cx="28971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50" name="Equation" r:id="rId3" imgW="2755800" imgH="825480" progId="Equation.DSMT4">
                  <p:embed/>
                </p:oleObj>
              </mc:Choice>
              <mc:Fallback>
                <p:oleObj name="Equation" r:id="rId3" imgW="275580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716338"/>
                        <a:ext cx="2897188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1083" y="1340768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0155" name="Picture 11"/>
          <p:cNvPicPr>
            <a:picLocks noChangeAspect="1" noChangeArrowheads="1"/>
          </p:cNvPicPr>
          <p:nvPr/>
        </p:nvPicPr>
        <p:blipFill>
          <a:blip r:embed="rId6" cstate="print"/>
          <a:srcRect l="10904" t="15750"/>
          <a:stretch>
            <a:fillRect/>
          </a:stretch>
        </p:blipFill>
        <p:spPr bwMode="auto">
          <a:xfrm>
            <a:off x="4644008" y="3356992"/>
            <a:ext cx="3530352" cy="154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矩形 29"/>
          <p:cNvSpPr/>
          <p:nvPr/>
        </p:nvSpPr>
        <p:spPr>
          <a:xfrm>
            <a:off x="5366797" y="4818638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弹性中心</a:t>
            </a:r>
          </a:p>
        </p:txBody>
      </p:sp>
      <p:graphicFrame>
        <p:nvGraphicFramePr>
          <p:cNvPr id="390160" name="Object 9"/>
          <p:cNvGraphicFramePr>
            <a:graphicFrameLocks noChangeAspect="1"/>
          </p:cNvGraphicFramePr>
          <p:nvPr/>
        </p:nvGraphicFramePr>
        <p:xfrm>
          <a:off x="6733307" y="3068514"/>
          <a:ext cx="7318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51" name="Equation" r:id="rId7" imgW="736560" imgH="241200" progId="Equation.DSMT4">
                  <p:embed/>
                </p:oleObj>
              </mc:Choice>
              <mc:Fallback>
                <p:oleObj name="Equation" r:id="rId7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3307" y="3068514"/>
                        <a:ext cx="7318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201" name="Object 4"/>
          <p:cNvGraphicFramePr>
            <a:graphicFrameLocks noChangeAspect="1"/>
          </p:cNvGraphicFramePr>
          <p:nvPr/>
        </p:nvGraphicFramePr>
        <p:xfrm>
          <a:off x="1691680" y="4869160"/>
          <a:ext cx="327977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852" name="Equation" r:id="rId9" imgW="3276360" imgH="1714320" progId="Equation.DSMT4">
                  <p:embed/>
                </p:oleObj>
              </mc:Choice>
              <mc:Fallback>
                <p:oleObj name="Equation" r:id="rId9" imgW="3276360" imgH="17143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869160"/>
                        <a:ext cx="3279775" cy="171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 bwMode="auto">
          <a:xfrm>
            <a:off x="4283968" y="5373216"/>
            <a:ext cx="720080" cy="64807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04048" y="5229200"/>
            <a:ext cx="4700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>
                <a:solidFill>
                  <a:srgbClr val="FF0000"/>
                </a:solidFill>
              </a:rPr>
              <a:t>?</a:t>
            </a:r>
            <a:endParaRPr lang="zh-CN" altLang="en-US" sz="4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/>
              <a:t>力法方程：寻找弹性中心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293171" y="2996952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0153" name="Object 4"/>
          <p:cNvGraphicFramePr>
            <a:graphicFrameLocks noChangeAspect="1"/>
          </p:cNvGraphicFramePr>
          <p:nvPr/>
        </p:nvGraphicFramePr>
        <p:xfrm>
          <a:off x="1692275" y="3716338"/>
          <a:ext cx="28971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833" name="Equation" r:id="rId3" imgW="2755800" imgH="825480" progId="Equation.DSMT4">
                  <p:embed/>
                </p:oleObj>
              </mc:Choice>
              <mc:Fallback>
                <p:oleObj name="Equation" r:id="rId3" imgW="275580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716338"/>
                        <a:ext cx="2897188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1083" y="1340768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90160" name="Object 9"/>
          <p:cNvGraphicFramePr>
            <a:graphicFrameLocks noChangeAspect="1"/>
          </p:cNvGraphicFramePr>
          <p:nvPr/>
        </p:nvGraphicFramePr>
        <p:xfrm>
          <a:off x="6733307" y="3068514"/>
          <a:ext cx="7318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834" name="Equation" r:id="rId6" imgW="736560" imgH="241200" progId="Equation.DSMT4">
                  <p:embed/>
                </p:oleObj>
              </mc:Choice>
              <mc:Fallback>
                <p:oleObj name="Equation" r:id="rId6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3307" y="3068514"/>
                        <a:ext cx="7318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201" name="Object 4"/>
          <p:cNvGraphicFramePr>
            <a:graphicFrameLocks noChangeAspect="1"/>
          </p:cNvGraphicFramePr>
          <p:nvPr/>
        </p:nvGraphicFramePr>
        <p:xfrm>
          <a:off x="1691680" y="4869160"/>
          <a:ext cx="3279775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835" name="Equation" r:id="rId8" imgW="3276360" imgH="1714320" progId="Equation.DSMT4">
                  <p:embed/>
                </p:oleObj>
              </mc:Choice>
              <mc:Fallback>
                <p:oleObj name="Equation" r:id="rId8" imgW="3276360" imgH="17143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869160"/>
                        <a:ext cx="3279775" cy="171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/>
          <p:cNvSpPr/>
          <p:nvPr/>
        </p:nvSpPr>
        <p:spPr bwMode="auto">
          <a:xfrm>
            <a:off x="4283968" y="5373216"/>
            <a:ext cx="720080" cy="64807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220072" y="4563020"/>
            <a:ext cx="215741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220072" y="3501008"/>
            <a:ext cx="2157413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3221" name="Picture 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292080" y="5589240"/>
            <a:ext cx="21574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93222" name="Object 5"/>
          <p:cNvGraphicFramePr>
            <a:graphicFrameLocks noChangeAspect="1"/>
          </p:cNvGraphicFramePr>
          <p:nvPr/>
        </p:nvGraphicFramePr>
        <p:xfrm>
          <a:off x="7668344" y="3573016"/>
          <a:ext cx="669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836" name="Equation" r:id="rId13" imgW="672840" imgH="927000" progId="Equation.DSMT4">
                  <p:embed/>
                </p:oleObj>
              </mc:Choice>
              <mc:Fallback>
                <p:oleObj name="Equation" r:id="rId13" imgW="672840" imgH="927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3573016"/>
                        <a:ext cx="6699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3" name="Object 7"/>
          <p:cNvGraphicFramePr>
            <a:graphicFrameLocks noChangeAspect="1"/>
          </p:cNvGraphicFramePr>
          <p:nvPr/>
        </p:nvGraphicFramePr>
        <p:xfrm>
          <a:off x="7668344" y="4653136"/>
          <a:ext cx="107473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837" name="Equation" r:id="rId15" imgW="1079280" imgH="927000" progId="Equation.DSMT4">
                  <p:embed/>
                </p:oleObj>
              </mc:Choice>
              <mc:Fallback>
                <p:oleObj name="Equation" r:id="rId15" imgW="1079280" imgH="927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4653136"/>
                        <a:ext cx="1074738" cy="927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4" name="Object 7"/>
          <p:cNvGraphicFramePr>
            <a:graphicFrameLocks noChangeAspect="1"/>
          </p:cNvGraphicFramePr>
          <p:nvPr/>
        </p:nvGraphicFramePr>
        <p:xfrm>
          <a:off x="7740352" y="6093296"/>
          <a:ext cx="557212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838" name="Equation" r:id="rId17" imgW="558720" imgH="241200" progId="Equation.DSMT4">
                  <p:embed/>
                </p:oleObj>
              </mc:Choice>
              <mc:Fallback>
                <p:oleObj name="Equation" r:id="rId17" imgW="558720" imgH="24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352" y="6093296"/>
                        <a:ext cx="557212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668344" y="558924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>
                <a:solidFill>
                  <a:srgbClr val="FF0000"/>
                </a:solidFill>
              </a:rPr>
              <a:t>轴力相对较大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一、结构特点</a:t>
            </a:r>
            <a:endParaRPr lang="en-US" altLang="zh-CN"/>
          </a:p>
          <a:p>
            <a:pPr lvl="2"/>
            <a:r>
              <a:rPr lang="en-US" altLang="zh-CN"/>
              <a:t>3</a:t>
            </a:r>
            <a:r>
              <a:rPr lang="zh-CN" altLang="en-US"/>
              <a:t>次超静定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仅限于讨论对称拱</a:t>
            </a:r>
            <a:endParaRPr lang="en-US" altLang="zh-CN"/>
          </a:p>
          <a:p>
            <a:pPr lvl="2"/>
            <a:r>
              <a:rPr lang="zh-CN" altLang="en-US"/>
              <a:t>新基本体系</a:t>
            </a:r>
            <a:endParaRPr lang="en-US" altLang="zh-CN"/>
          </a:p>
          <a:p>
            <a:pPr lvl="2">
              <a:buNone/>
            </a:pPr>
            <a:r>
              <a:rPr lang="en-US" altLang="zh-CN"/>
              <a:t>	</a:t>
            </a:r>
            <a:r>
              <a:rPr lang="zh-CN" altLang="en-US"/>
              <a:t>力系等效</a:t>
            </a:r>
            <a:r>
              <a:rPr lang="en-US" altLang="zh-CN"/>
              <a:t>——</a:t>
            </a:r>
            <a:r>
              <a:rPr lang="zh-CN" altLang="en-US"/>
              <a:t>刚臂</a:t>
            </a:r>
            <a:endParaRPr lang="en-US" altLang="zh-CN"/>
          </a:p>
          <a:p>
            <a:pPr lvl="2"/>
            <a:r>
              <a:rPr lang="zh-CN" altLang="en-US"/>
              <a:t>力法方程：寻找弹性中心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5293171" y="2996952"/>
            <a:ext cx="121058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/>
              <a:t>新基本体系</a:t>
            </a:r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0153" name="Object 4"/>
          <p:cNvGraphicFramePr>
            <a:graphicFrameLocks noChangeAspect="1"/>
          </p:cNvGraphicFramePr>
          <p:nvPr/>
        </p:nvGraphicFramePr>
        <p:xfrm>
          <a:off x="1692275" y="3716338"/>
          <a:ext cx="2897188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56" name="Equation" r:id="rId3" imgW="2755800" imgH="825480" progId="Equation.DSMT4">
                  <p:embed/>
                </p:oleObj>
              </mc:Choice>
              <mc:Fallback>
                <p:oleObj name="Equation" r:id="rId3" imgW="275580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716338"/>
                        <a:ext cx="2897188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01083" y="1340768"/>
            <a:ext cx="3743325" cy="1623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90160" name="Object 9"/>
          <p:cNvGraphicFramePr>
            <a:graphicFrameLocks noChangeAspect="1"/>
          </p:cNvGraphicFramePr>
          <p:nvPr/>
        </p:nvGraphicFramePr>
        <p:xfrm>
          <a:off x="6733307" y="3068514"/>
          <a:ext cx="7318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57" name="Equation" r:id="rId6" imgW="736560" imgH="241200" progId="Equation.DSMT4">
                  <p:embed/>
                </p:oleObj>
              </mc:Choice>
              <mc:Fallback>
                <p:oleObj name="Equation" r:id="rId6" imgW="736560" imgH="24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3307" y="3068514"/>
                        <a:ext cx="7318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2201" name="Object 4"/>
          <p:cNvGraphicFramePr>
            <a:graphicFrameLocks noChangeAspect="1"/>
          </p:cNvGraphicFramePr>
          <p:nvPr/>
        </p:nvGraphicFramePr>
        <p:xfrm>
          <a:off x="1707381" y="4941168"/>
          <a:ext cx="336867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58" name="Equation" r:id="rId8" imgW="3365280" imgH="1485720" progId="Equation.DSMT4">
                  <p:embed/>
                </p:oleObj>
              </mc:Choice>
              <mc:Fallback>
                <p:oleObj name="Equation" r:id="rId8" imgW="3365280" imgH="1485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381" y="4941168"/>
                        <a:ext cx="3368675" cy="14859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5220072" y="4563020"/>
            <a:ext cx="2157413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220072" y="3501008"/>
            <a:ext cx="2157413" cy="76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3221" name="Picture 5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292080" y="5589240"/>
            <a:ext cx="2157413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93222" name="Object 5"/>
          <p:cNvGraphicFramePr>
            <a:graphicFrameLocks noChangeAspect="1"/>
          </p:cNvGraphicFramePr>
          <p:nvPr/>
        </p:nvGraphicFramePr>
        <p:xfrm>
          <a:off x="7668344" y="3573016"/>
          <a:ext cx="669925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59" name="Equation" r:id="rId13" imgW="672840" imgH="927000" progId="Equation.DSMT4">
                  <p:embed/>
                </p:oleObj>
              </mc:Choice>
              <mc:Fallback>
                <p:oleObj name="Equation" r:id="rId13" imgW="672840" imgH="927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3573016"/>
                        <a:ext cx="669925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3" name="Object 7"/>
          <p:cNvGraphicFramePr>
            <a:graphicFrameLocks noChangeAspect="1"/>
          </p:cNvGraphicFramePr>
          <p:nvPr/>
        </p:nvGraphicFramePr>
        <p:xfrm>
          <a:off x="7668344" y="4653136"/>
          <a:ext cx="1074738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60" name="Equation" r:id="rId15" imgW="1079280" imgH="927000" progId="Equation.DSMT4">
                  <p:embed/>
                </p:oleObj>
              </mc:Choice>
              <mc:Fallback>
                <p:oleObj name="Equation" r:id="rId15" imgW="1079280" imgH="927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4653136"/>
                        <a:ext cx="1074738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4" name="Object 7"/>
          <p:cNvGraphicFramePr>
            <a:graphicFrameLocks noChangeAspect="1"/>
          </p:cNvGraphicFramePr>
          <p:nvPr/>
        </p:nvGraphicFramePr>
        <p:xfrm>
          <a:off x="7740352" y="6021288"/>
          <a:ext cx="557212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2861" name="Equation" r:id="rId17" imgW="558720" imgH="241200" progId="Equation.DSMT4">
                  <p:embed/>
                </p:oleObj>
              </mc:Choice>
              <mc:Fallback>
                <p:oleObj name="Equation" r:id="rId17" imgW="55872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352" y="6021288"/>
                        <a:ext cx="557212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3815655" cy="5040312"/>
          </a:xfrm>
        </p:spPr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求右图所示等截面无铰拱在均布载荷作用下拱脚</a:t>
            </a:r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、</a:t>
            </a:r>
            <a:r>
              <a:rPr lang="en-US" altLang="zh-CN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处的水平推力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和弯矩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。（忽略轴力影响）</a:t>
            </a:r>
            <a:endParaRPr lang="en-US" altLang="zh-CN"/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3968" y="1772816"/>
            <a:ext cx="4314825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136135" cy="5040312"/>
          </a:xfrm>
        </p:spPr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问题转换：载荷分解：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zh-CN" altLang="en-US"/>
              <a:t>载荷</a:t>
            </a:r>
            <a:r>
              <a:rPr lang="en-US" altLang="zh-CN"/>
              <a:t>=</a:t>
            </a:r>
            <a:r>
              <a:rPr lang="zh-CN" altLang="en-US"/>
              <a:t>对称性载荷</a:t>
            </a:r>
            <a:r>
              <a:rPr lang="en-US" altLang="zh-CN"/>
              <a:t>+</a:t>
            </a:r>
            <a:r>
              <a:rPr lang="zh-CN" altLang="en-US"/>
              <a:t>反对称性载荷</a:t>
            </a:r>
            <a:endParaRPr lang="en-US" altLang="zh-CN"/>
          </a:p>
          <a:p>
            <a:pPr lvl="2"/>
            <a:endParaRPr lang="en-US" altLang="zh-CN"/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48064" y="4437112"/>
            <a:ext cx="288032" cy="144016"/>
            <a:chOff x="5868144" y="4293096"/>
            <a:chExt cx="288032" cy="144016"/>
          </a:xfrm>
        </p:grpSpPr>
        <p:cxnSp>
          <p:nvCxnSpPr>
            <p:cNvPr id="7" name="直接连接符 6"/>
            <p:cNvCxnSpPr/>
            <p:nvPr/>
          </p:nvCxnSpPr>
          <p:spPr bwMode="auto">
            <a:xfrm>
              <a:off x="5868144" y="4293096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 bwMode="auto">
            <a:xfrm>
              <a:off x="5868144" y="4437112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>
            <a:off x="6948264" y="3655298"/>
            <a:ext cx="288032" cy="288032"/>
            <a:chOff x="6948264" y="3717032"/>
            <a:chExt cx="288032" cy="288032"/>
          </a:xfrm>
        </p:grpSpPr>
        <p:cxnSp>
          <p:nvCxnSpPr>
            <p:cNvPr id="10" name="直接连接符 9"/>
            <p:cNvCxnSpPr/>
            <p:nvPr/>
          </p:nvCxnSpPr>
          <p:spPr bwMode="auto">
            <a:xfrm>
              <a:off x="6948264" y="3861048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 bwMode="auto">
            <a:xfrm rot="5400000">
              <a:off x="6948264" y="3861048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397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1340768"/>
            <a:ext cx="2588895" cy="212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7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4005064"/>
            <a:ext cx="2588895" cy="214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1680" y="3107590"/>
            <a:ext cx="3020378" cy="291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问题转换</a:t>
            </a:r>
            <a:r>
              <a:rPr lang="en-US" altLang="zh-CN">
                <a:solidFill>
                  <a:srgbClr val="FF0000"/>
                </a:solidFill>
              </a:rPr>
              <a:t>(1:</a:t>
            </a:r>
            <a:r>
              <a:rPr lang="zh-CN" altLang="en-US">
                <a:solidFill>
                  <a:srgbClr val="FF0000"/>
                </a:solidFill>
              </a:rPr>
              <a:t>对称载荷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39936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确定几何参数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475656" y="2996952"/>
          <a:ext cx="4208463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8555" name="Equation" r:id="rId3" imgW="4228920" imgH="1002960" progId="Equation.DSMT4">
                  <p:embed/>
                </p:oleObj>
              </mc:Choice>
              <mc:Fallback>
                <p:oleObj name="Equation" r:id="rId3" imgW="4228920" imgH="1002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996952"/>
                        <a:ext cx="4208463" cy="1003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确定几何参数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6652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603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6652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确定基本体系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651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</a:t>
            </a:r>
            <a:endParaRPr lang="en-US" altLang="zh-CN" sz="1000">
              <a:solidFill>
                <a:srgbClr val="FF0000"/>
              </a:solidFill>
            </a:endParaRPr>
          </a:p>
          <a:p>
            <a:pPr lvl="3"/>
            <a:r>
              <a:rPr lang="zh-CN" altLang="en-US">
                <a:solidFill>
                  <a:srgbClr val="FF0000"/>
                </a:solidFill>
              </a:rPr>
              <a:t>弹性中心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09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3059832" y="3861048"/>
          <a:ext cx="127476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10" name="Equation" r:id="rId7" imgW="1155600" imgH="545760" progId="Equation.DSMT4">
                  <p:embed/>
                </p:oleObj>
              </mc:Choice>
              <mc:Fallback>
                <p:oleObj name="Equation" r:id="rId7" imgW="1155600" imgH="5457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861048"/>
                        <a:ext cx="1274762" cy="60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3460" name="Object 4"/>
          <p:cNvGraphicFramePr>
            <a:graphicFrameLocks noChangeAspect="1"/>
          </p:cNvGraphicFramePr>
          <p:nvPr/>
        </p:nvGraphicFramePr>
        <p:xfrm>
          <a:off x="1732979" y="4568155"/>
          <a:ext cx="2767013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111" name="Equation" r:id="rId9" imgW="2514600" imgH="1257120" progId="Equation.DSMT4">
                  <p:embed/>
                </p:oleObj>
              </mc:Choice>
              <mc:Fallback>
                <p:oleObj name="Equation" r:id="rId9" imgW="2514600" imgH="12571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979" y="4568155"/>
                        <a:ext cx="2767013" cy="1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 sz="80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  <a:buNone/>
            </a:pPr>
            <a:r>
              <a:rPr lang="en-US" altLang="zh-CN" sz="1600"/>
              <a:t>	</a:t>
            </a:r>
            <a:r>
              <a:rPr lang="zh-CN" altLang="en-US" sz="1600"/>
              <a:t>弹性中心</a:t>
            </a:r>
            <a:endParaRPr lang="en-US" altLang="zh-CN" sz="1600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34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2755454" y="3789040"/>
          <a:ext cx="1960562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35" name="Equation" r:id="rId7" imgW="1777680" imgH="825480" progId="Equation.DSMT4">
                  <p:embed/>
                </p:oleObj>
              </mc:Choice>
              <mc:Fallback>
                <p:oleObj name="Equation" r:id="rId7" imgW="177768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454" y="3789040"/>
                        <a:ext cx="1960562" cy="909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4"/>
          <p:cNvGraphicFramePr>
            <a:graphicFrameLocks noChangeAspect="1"/>
          </p:cNvGraphicFramePr>
          <p:nvPr/>
        </p:nvGraphicFramePr>
        <p:xfrm>
          <a:off x="1476375" y="5084763"/>
          <a:ext cx="268763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5136" name="Equation" r:id="rId9" imgW="2438280" imgH="444240" progId="Equation.DSMT4">
                  <p:embed/>
                </p:oleObj>
              </mc:Choice>
              <mc:Fallback>
                <p:oleObj name="Equation" r:id="rId9" imgW="243828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084763"/>
                        <a:ext cx="2687638" cy="493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 sz="1400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 sz="80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  <a:buNone/>
            </a:pPr>
            <a:r>
              <a:rPr lang="en-US" altLang="zh-CN" sz="1600"/>
              <a:t>	</a:t>
            </a:r>
            <a:r>
              <a:rPr lang="zh-CN" altLang="en-US" sz="1600"/>
              <a:t>弹性中心</a:t>
            </a:r>
            <a:endParaRPr lang="en-US" altLang="zh-CN" sz="1600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3203848" y="2564904"/>
          <a:ext cx="10969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157" name="Equation" r:id="rId3" imgW="1002960" imgH="545760" progId="Equation.DSMT4">
                  <p:embed/>
                </p:oleObj>
              </mc:Choice>
              <mc:Fallback>
                <p:oleObj name="Equation" r:id="rId3" imgW="100296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564904"/>
                        <a:ext cx="10969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2700338" y="3323491"/>
          <a:ext cx="1868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158" name="Equation" r:id="rId7" imgW="1777680" imgH="825480" progId="Equation.DSMT4">
                  <p:embed/>
                </p:oleObj>
              </mc:Choice>
              <mc:Fallback>
                <p:oleObj name="Equation" r:id="rId7" imgW="177768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23491"/>
                        <a:ext cx="1868487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4"/>
          <p:cNvGraphicFramePr>
            <a:graphicFrameLocks noChangeAspect="1"/>
          </p:cNvGraphicFramePr>
          <p:nvPr/>
        </p:nvGraphicFramePr>
        <p:xfrm>
          <a:off x="1262509" y="4533354"/>
          <a:ext cx="3165475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6159" name="Equation" r:id="rId9" imgW="3187440" imgH="1638000" progId="Equation.DSMT4">
                  <p:embed/>
                </p:oleObj>
              </mc:Choice>
              <mc:Fallback>
                <p:oleObj name="Equation" r:id="rId9" imgW="3187440" imgH="16380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509" y="4533354"/>
                        <a:ext cx="3165475" cy="163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 sz="1400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 sz="80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  <a:buNone/>
            </a:pPr>
            <a:r>
              <a:rPr lang="en-US" altLang="zh-CN" sz="1600"/>
              <a:t>	</a:t>
            </a:r>
            <a:r>
              <a:rPr lang="zh-CN" altLang="en-US" sz="1600"/>
              <a:t>弹性中心</a:t>
            </a:r>
            <a:endParaRPr lang="en-US" altLang="zh-CN" sz="1600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3203848" y="2564904"/>
          <a:ext cx="10969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181" name="Equation" r:id="rId3" imgW="1002960" imgH="545760" progId="Equation.DSMT4">
                  <p:embed/>
                </p:oleObj>
              </mc:Choice>
              <mc:Fallback>
                <p:oleObj name="Equation" r:id="rId3" imgW="100296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564904"/>
                        <a:ext cx="10969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2700338" y="3323491"/>
          <a:ext cx="1868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182" name="Equation" r:id="rId7" imgW="1777680" imgH="825480" progId="Equation.DSMT4">
                  <p:embed/>
                </p:oleObj>
              </mc:Choice>
              <mc:Fallback>
                <p:oleObj name="Equation" r:id="rId7" imgW="177768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23491"/>
                        <a:ext cx="1868487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4"/>
          <p:cNvGraphicFramePr>
            <a:graphicFrameLocks noChangeAspect="1"/>
          </p:cNvGraphicFramePr>
          <p:nvPr/>
        </p:nvGraphicFramePr>
        <p:xfrm>
          <a:off x="1116013" y="4562475"/>
          <a:ext cx="3455987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7183" name="Equation" r:id="rId9" imgW="3479760" imgH="1028520" progId="Equation.DSMT4">
                  <p:embed/>
                </p:oleObj>
              </mc:Choice>
              <mc:Fallback>
                <p:oleObj name="Equation" r:id="rId9" imgW="3479760" imgH="10285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562475"/>
                        <a:ext cx="3455987" cy="1027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 sz="1400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 sz="80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  <a:buNone/>
            </a:pPr>
            <a:r>
              <a:rPr lang="en-US" altLang="zh-CN" sz="1600"/>
              <a:t>	</a:t>
            </a:r>
            <a:r>
              <a:rPr lang="zh-CN" altLang="en-US" sz="1600"/>
              <a:t>弹性中心</a:t>
            </a:r>
            <a:endParaRPr lang="en-US" altLang="zh-CN" sz="1600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3203848" y="2564904"/>
          <a:ext cx="10969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422" name="Equation" r:id="rId3" imgW="1002960" imgH="545760" progId="Equation.DSMT4">
                  <p:embed/>
                </p:oleObj>
              </mc:Choice>
              <mc:Fallback>
                <p:oleObj name="Equation" r:id="rId3" imgW="100296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564904"/>
                        <a:ext cx="10969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2700338" y="3323491"/>
          <a:ext cx="1868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423" name="Equation" r:id="rId7" imgW="1777680" imgH="825480" progId="Equation.DSMT4">
                  <p:embed/>
                </p:oleObj>
              </mc:Choice>
              <mc:Fallback>
                <p:oleObj name="Equation" r:id="rId7" imgW="177768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23491"/>
                        <a:ext cx="1868487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4"/>
          <p:cNvGraphicFramePr>
            <a:graphicFrameLocks noChangeAspect="1"/>
          </p:cNvGraphicFramePr>
          <p:nvPr/>
        </p:nvGraphicFramePr>
        <p:xfrm>
          <a:off x="1044005" y="4565104"/>
          <a:ext cx="3455987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424" name="Equation" r:id="rId9" imgW="3479760" imgH="1600200" progId="Equation.DSMT4">
                  <p:embed/>
                </p:oleObj>
              </mc:Choice>
              <mc:Fallback>
                <p:oleObj name="Equation" r:id="rId9" imgW="3479760" imgH="1600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005" y="4565104"/>
                        <a:ext cx="3455987" cy="160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7" name="Object 5"/>
          <p:cNvGraphicFramePr>
            <a:graphicFrameLocks noChangeAspect="1"/>
          </p:cNvGraphicFramePr>
          <p:nvPr/>
        </p:nvGraphicFramePr>
        <p:xfrm>
          <a:off x="7235825" y="3213100"/>
          <a:ext cx="16160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425" name="Equation" r:id="rId11" imgW="1346040" imgH="444240" progId="Equation.DSMT4">
                  <p:embed/>
                </p:oleObj>
              </mc:Choice>
              <mc:Fallback>
                <p:oleObj name="Equation" r:id="rId11" imgW="134604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213100"/>
                        <a:ext cx="1616075" cy="5318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 sz="1400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 sz="80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  <a:buNone/>
            </a:pPr>
            <a:r>
              <a:rPr lang="en-US" altLang="zh-CN" sz="1600"/>
              <a:t>	</a:t>
            </a:r>
            <a:r>
              <a:rPr lang="zh-CN" altLang="en-US" sz="1600"/>
              <a:t>弹性中心</a:t>
            </a:r>
            <a:endParaRPr lang="en-US" altLang="zh-CN" sz="1600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3203848" y="2564904"/>
          <a:ext cx="10969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446" name="Equation" r:id="rId3" imgW="1002960" imgH="545760" progId="Equation.DSMT4">
                  <p:embed/>
                </p:oleObj>
              </mc:Choice>
              <mc:Fallback>
                <p:oleObj name="Equation" r:id="rId3" imgW="100296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564904"/>
                        <a:ext cx="10969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2700338" y="3323491"/>
          <a:ext cx="1868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447" name="Equation" r:id="rId7" imgW="1777680" imgH="825480" progId="Equation.DSMT4">
                  <p:embed/>
                </p:oleObj>
              </mc:Choice>
              <mc:Fallback>
                <p:oleObj name="Equation" r:id="rId7" imgW="177768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23491"/>
                        <a:ext cx="1868487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4"/>
          <p:cNvGraphicFramePr>
            <a:graphicFrameLocks noChangeAspect="1"/>
          </p:cNvGraphicFramePr>
          <p:nvPr/>
        </p:nvGraphicFramePr>
        <p:xfrm>
          <a:off x="611560" y="4658320"/>
          <a:ext cx="445135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448" name="Equation" r:id="rId9" imgW="4483080" imgH="1650960" progId="Equation.DSMT4">
                  <p:embed/>
                </p:oleObj>
              </mc:Choice>
              <mc:Fallback>
                <p:oleObj name="Equation" r:id="rId9" imgW="4483080" imgH="16509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4658320"/>
                        <a:ext cx="445135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7" name="Object 5"/>
          <p:cNvGraphicFramePr>
            <a:graphicFrameLocks noChangeAspect="1"/>
          </p:cNvGraphicFramePr>
          <p:nvPr/>
        </p:nvGraphicFramePr>
        <p:xfrm>
          <a:off x="7235825" y="3213100"/>
          <a:ext cx="16160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449" name="Equation" r:id="rId11" imgW="1346040" imgH="444240" progId="Equation.DSMT4">
                  <p:embed/>
                </p:oleObj>
              </mc:Choice>
              <mc:Fallback>
                <p:oleObj name="Equation" r:id="rId11" imgW="134604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213100"/>
                        <a:ext cx="1616075" cy="5318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 sz="1400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 sz="80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  <a:buNone/>
            </a:pPr>
            <a:r>
              <a:rPr lang="en-US" altLang="zh-CN" sz="1600"/>
              <a:t>	</a:t>
            </a:r>
            <a:r>
              <a:rPr lang="zh-CN" altLang="en-US" sz="1600"/>
              <a:t>弹性中心</a:t>
            </a:r>
            <a:endParaRPr lang="en-US" altLang="zh-CN" sz="1600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3203848" y="2564904"/>
          <a:ext cx="10969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70" name="Equation" r:id="rId3" imgW="1002960" imgH="545760" progId="Equation.DSMT4">
                  <p:embed/>
                </p:oleObj>
              </mc:Choice>
              <mc:Fallback>
                <p:oleObj name="Equation" r:id="rId3" imgW="100296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564904"/>
                        <a:ext cx="10969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2700338" y="3323491"/>
          <a:ext cx="1868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71" name="Equation" r:id="rId7" imgW="1777680" imgH="825480" progId="Equation.DSMT4">
                  <p:embed/>
                </p:oleObj>
              </mc:Choice>
              <mc:Fallback>
                <p:oleObj name="Equation" r:id="rId7" imgW="177768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23491"/>
                        <a:ext cx="1868487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4"/>
          <p:cNvGraphicFramePr>
            <a:graphicFrameLocks noChangeAspect="1"/>
          </p:cNvGraphicFramePr>
          <p:nvPr/>
        </p:nvGraphicFramePr>
        <p:xfrm>
          <a:off x="1691680" y="5017740"/>
          <a:ext cx="2825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72" name="Equation" r:id="rId9" imgW="2844720" imgH="571320" progId="Equation.DSMT4">
                  <p:embed/>
                </p:oleObj>
              </mc:Choice>
              <mc:Fallback>
                <p:oleObj name="Equation" r:id="rId9" imgW="2844720" imgH="5713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017740"/>
                        <a:ext cx="282575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7" name="Object 5"/>
          <p:cNvGraphicFramePr>
            <a:graphicFrameLocks noChangeAspect="1"/>
          </p:cNvGraphicFramePr>
          <p:nvPr/>
        </p:nvGraphicFramePr>
        <p:xfrm>
          <a:off x="7235825" y="3213100"/>
          <a:ext cx="16160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73" name="Equation" r:id="rId11" imgW="1346040" imgH="444240" progId="Equation.DSMT4">
                  <p:embed/>
                </p:oleObj>
              </mc:Choice>
              <mc:Fallback>
                <p:oleObj name="Equation" r:id="rId11" imgW="134604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213100"/>
                        <a:ext cx="1616075" cy="5318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(1:</a:t>
            </a:r>
            <a:r>
              <a:rPr lang="zh-CN" altLang="en-US">
                <a:solidFill>
                  <a:srgbClr val="000000"/>
                </a:solidFill>
              </a:rPr>
              <a:t>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 sz="1400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 sz="800">
              <a:solidFill>
                <a:srgbClr val="FF0000"/>
              </a:solidFill>
            </a:endParaRPr>
          </a:p>
          <a:p>
            <a:pPr lvl="2">
              <a:spcBef>
                <a:spcPts val="1200"/>
              </a:spcBef>
              <a:buNone/>
            </a:pPr>
            <a:r>
              <a:rPr lang="en-US" altLang="zh-CN" sz="1600"/>
              <a:t>	</a:t>
            </a:r>
            <a:r>
              <a:rPr lang="zh-CN" altLang="en-US" sz="1600"/>
              <a:t>弹性中心</a:t>
            </a:r>
            <a:endParaRPr lang="en-US" altLang="zh-CN" sz="1600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确定约束反力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3203848" y="2564904"/>
          <a:ext cx="10969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87" name="Equation" r:id="rId3" imgW="1002960" imgH="545760" progId="Equation.DSMT4">
                  <p:embed/>
                </p:oleObj>
              </mc:Choice>
              <mc:Fallback>
                <p:oleObj name="Equation" r:id="rId3" imgW="1002960" imgH="5457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848" y="2564904"/>
                        <a:ext cx="109696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40768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2435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73016"/>
            <a:ext cx="3840480" cy="289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3459" name="Object 4"/>
          <p:cNvGraphicFramePr>
            <a:graphicFrameLocks noChangeAspect="1"/>
          </p:cNvGraphicFramePr>
          <p:nvPr/>
        </p:nvGraphicFramePr>
        <p:xfrm>
          <a:off x="2700338" y="3323491"/>
          <a:ext cx="1868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88" name="Equation" r:id="rId7" imgW="1777680" imgH="825480" progId="Equation.DSMT4">
                  <p:embed/>
                </p:oleObj>
              </mc:Choice>
              <mc:Fallback>
                <p:oleObj name="Equation" r:id="rId7" imgW="1777680" imgH="8254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323491"/>
                        <a:ext cx="1868487" cy="86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5" name="Object 4"/>
          <p:cNvGraphicFramePr>
            <a:graphicFrameLocks noChangeAspect="1"/>
          </p:cNvGraphicFramePr>
          <p:nvPr/>
        </p:nvGraphicFramePr>
        <p:xfrm>
          <a:off x="1763688" y="5013176"/>
          <a:ext cx="2371725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89" name="Equation" r:id="rId9" imgW="2387520" imgH="241200" progId="Equation.DSMT4">
                  <p:embed/>
                </p:oleObj>
              </mc:Choice>
              <mc:Fallback>
                <p:oleObj name="Equation" r:id="rId9" imgW="238752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013176"/>
                        <a:ext cx="2371725" cy="24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7557" name="Object 5"/>
          <p:cNvGraphicFramePr>
            <a:graphicFrameLocks noChangeAspect="1"/>
          </p:cNvGraphicFramePr>
          <p:nvPr/>
        </p:nvGraphicFramePr>
        <p:xfrm>
          <a:off x="7235825" y="3213100"/>
          <a:ext cx="1616075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90" name="Equation" r:id="rId11" imgW="1346040" imgH="444240" progId="Equation.DSMT4">
                  <p:embed/>
                </p:oleObj>
              </mc:Choice>
              <mc:Fallback>
                <p:oleObj name="Equation" r:id="rId11" imgW="1346040" imgH="4442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3213100"/>
                        <a:ext cx="1616075" cy="5318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0" name="Object 4"/>
          <p:cNvGraphicFramePr>
            <a:graphicFrameLocks noChangeAspect="1"/>
          </p:cNvGraphicFramePr>
          <p:nvPr/>
        </p:nvGraphicFramePr>
        <p:xfrm>
          <a:off x="1189038" y="5673725"/>
          <a:ext cx="43132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91" name="Equation" r:id="rId13" imgW="4343400" imgH="850680" progId="Equation.DSMT4">
                  <p:embed/>
                </p:oleObj>
              </mc:Choice>
              <mc:Fallback>
                <p:oleObj name="Equation" r:id="rId13" imgW="4343400" imgH="8506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5673725"/>
                        <a:ext cx="4313237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问题转换</a:t>
            </a:r>
            <a:r>
              <a:rPr lang="en-US" altLang="zh-CN">
                <a:solidFill>
                  <a:srgbClr val="FF0000"/>
                </a:solidFill>
              </a:rPr>
              <a:t>(2:</a:t>
            </a:r>
            <a:r>
              <a:rPr lang="zh-CN" altLang="en-US">
                <a:solidFill>
                  <a:srgbClr val="FF0000"/>
                </a:solidFill>
              </a:rPr>
              <a:t>反称载荷</a:t>
            </a:r>
            <a:r>
              <a:rPr lang="en-US" altLang="zh-CN">
                <a:solidFill>
                  <a:srgbClr val="FF0000"/>
                </a:solidFill>
              </a:rPr>
              <a:t>)</a:t>
            </a: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(2:</a:t>
            </a:r>
            <a:r>
              <a:rPr lang="zh-CN" altLang="en-US">
                <a:solidFill>
                  <a:srgbClr val="000000"/>
                </a:solidFill>
              </a:rPr>
              <a:t>反对称载荷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确定基本体系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15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644008" y="3501008"/>
            <a:ext cx="3813810" cy="285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(2:</a:t>
            </a:r>
            <a:r>
              <a:rPr lang="zh-CN" altLang="en-US">
                <a:solidFill>
                  <a:srgbClr val="000000"/>
                </a:solidFill>
              </a:rPr>
              <a:t>反对称载荷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</a:t>
            </a:r>
            <a:endParaRPr lang="en-US" altLang="zh-CN" sz="1000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2"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48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2915" name="Object 4"/>
          <p:cNvGraphicFramePr>
            <a:graphicFrameLocks noChangeAspect="1"/>
          </p:cNvGraphicFramePr>
          <p:nvPr/>
        </p:nvGraphicFramePr>
        <p:xfrm>
          <a:off x="2771800" y="3955975"/>
          <a:ext cx="11493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49"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955975"/>
                        <a:ext cx="11493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44008" y="3501008"/>
            <a:ext cx="3813810" cy="285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(2:</a:t>
            </a:r>
            <a:r>
              <a:rPr lang="zh-CN" altLang="en-US">
                <a:solidFill>
                  <a:srgbClr val="000000"/>
                </a:solidFill>
              </a:rPr>
              <a:t>反对称载荷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589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2915" name="Object 4"/>
          <p:cNvGraphicFramePr>
            <a:graphicFrameLocks noChangeAspect="1"/>
          </p:cNvGraphicFramePr>
          <p:nvPr/>
        </p:nvGraphicFramePr>
        <p:xfrm>
          <a:off x="2771800" y="3955975"/>
          <a:ext cx="11493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590"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955975"/>
                        <a:ext cx="11493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0" name="Object 4"/>
          <p:cNvGraphicFramePr>
            <a:graphicFrameLocks noChangeAspect="1"/>
          </p:cNvGraphicFramePr>
          <p:nvPr/>
        </p:nvGraphicFramePr>
        <p:xfrm>
          <a:off x="1475656" y="4631531"/>
          <a:ext cx="2859088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591" name="Equation" r:id="rId8" imgW="2590560" imgH="1002960" progId="Equation.DSMT4">
                  <p:embed/>
                </p:oleObj>
              </mc:Choice>
              <mc:Fallback>
                <p:oleObj name="Equation" r:id="rId8" imgW="2590560" imgH="10029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631531"/>
                        <a:ext cx="2859088" cy="1101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644008" y="3501008"/>
            <a:ext cx="3813810" cy="285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7-6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(2:</a:t>
            </a:r>
            <a:r>
              <a:rPr lang="zh-CN" altLang="en-US">
                <a:solidFill>
                  <a:srgbClr val="000000"/>
                </a:solidFill>
              </a:rPr>
              <a:t>反对称载荷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613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2915" name="Object 4"/>
          <p:cNvGraphicFramePr>
            <a:graphicFrameLocks noChangeAspect="1"/>
          </p:cNvGraphicFramePr>
          <p:nvPr/>
        </p:nvGraphicFramePr>
        <p:xfrm>
          <a:off x="2771800" y="3955975"/>
          <a:ext cx="11493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614"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955975"/>
                        <a:ext cx="11493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644008" y="3501008"/>
            <a:ext cx="3813810" cy="285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3940" name="Object 4"/>
          <p:cNvGraphicFramePr>
            <a:graphicFrameLocks noChangeAspect="1"/>
          </p:cNvGraphicFramePr>
          <p:nvPr/>
        </p:nvGraphicFramePr>
        <p:xfrm>
          <a:off x="1475656" y="4653136"/>
          <a:ext cx="3252787" cy="163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5615" name="Equation" r:id="rId9" imgW="2946240" imgH="1485720" progId="Equation.DSMT4">
                  <p:embed/>
                </p:oleObj>
              </mc:Choice>
              <mc:Fallback>
                <p:oleObj name="Equation" r:id="rId9" imgW="2946240" imgH="1485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653136"/>
                        <a:ext cx="3252787" cy="163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(2:</a:t>
            </a:r>
            <a:r>
              <a:rPr lang="zh-CN" altLang="en-US">
                <a:solidFill>
                  <a:srgbClr val="000000"/>
                </a:solidFill>
              </a:rPr>
              <a:t>反对称载荷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854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2915" name="Object 4"/>
          <p:cNvGraphicFramePr>
            <a:graphicFrameLocks noChangeAspect="1"/>
          </p:cNvGraphicFramePr>
          <p:nvPr/>
        </p:nvGraphicFramePr>
        <p:xfrm>
          <a:off x="2771800" y="3955975"/>
          <a:ext cx="11493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855"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955975"/>
                        <a:ext cx="11493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0" name="Object 4"/>
          <p:cNvGraphicFramePr>
            <a:graphicFrameLocks noChangeAspect="1"/>
          </p:cNvGraphicFramePr>
          <p:nvPr/>
        </p:nvGraphicFramePr>
        <p:xfrm>
          <a:off x="1540321" y="4632325"/>
          <a:ext cx="2887663" cy="167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856" name="Equation" r:id="rId8" imgW="2616120" imgH="1523880" progId="Equation.DSMT4">
                  <p:embed/>
                </p:oleObj>
              </mc:Choice>
              <mc:Fallback>
                <p:oleObj name="Equation" r:id="rId8" imgW="2616120" imgH="15238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321" y="4632325"/>
                        <a:ext cx="2887663" cy="167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89" name="Object 5"/>
          <p:cNvGraphicFramePr>
            <a:graphicFrameLocks noChangeAspect="1"/>
          </p:cNvGraphicFramePr>
          <p:nvPr/>
        </p:nvGraphicFramePr>
        <p:xfrm>
          <a:off x="6661596" y="2260476"/>
          <a:ext cx="2374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857" name="Equation" r:id="rId10" imgW="2374560" imgH="952200" progId="Equation.DSMT4">
                  <p:embed/>
                </p:oleObj>
              </mc:Choice>
              <mc:Fallback>
                <p:oleObj name="Equation" r:id="rId10" imgW="2374560" imgH="952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596" y="2260476"/>
                        <a:ext cx="2374900" cy="952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644008" y="3501008"/>
            <a:ext cx="3813810" cy="285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(2:</a:t>
            </a:r>
            <a:r>
              <a:rPr lang="zh-CN" altLang="en-US">
                <a:solidFill>
                  <a:srgbClr val="000000"/>
                </a:solidFill>
              </a:rPr>
              <a:t>反对称载荷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解力法方程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11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2915" name="Object 4"/>
          <p:cNvGraphicFramePr>
            <a:graphicFrameLocks noChangeAspect="1"/>
          </p:cNvGraphicFramePr>
          <p:nvPr/>
        </p:nvGraphicFramePr>
        <p:xfrm>
          <a:off x="2771800" y="3955975"/>
          <a:ext cx="11493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12"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955975"/>
                        <a:ext cx="11493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3940" name="Object 4"/>
          <p:cNvGraphicFramePr>
            <a:graphicFrameLocks noChangeAspect="1"/>
          </p:cNvGraphicFramePr>
          <p:nvPr/>
        </p:nvGraphicFramePr>
        <p:xfrm>
          <a:off x="1691680" y="4632588"/>
          <a:ext cx="275748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13" name="Equation" r:id="rId8" imgW="2616120" imgH="1028520" progId="Equation.DSMT4">
                  <p:embed/>
                </p:oleObj>
              </mc:Choice>
              <mc:Fallback>
                <p:oleObj name="Equation" r:id="rId8" imgW="2616120" imgH="10285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632588"/>
                        <a:ext cx="2757488" cy="1076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89" name="Object 5"/>
          <p:cNvGraphicFramePr>
            <a:graphicFrameLocks noChangeAspect="1"/>
          </p:cNvGraphicFramePr>
          <p:nvPr/>
        </p:nvGraphicFramePr>
        <p:xfrm>
          <a:off x="6661596" y="2260476"/>
          <a:ext cx="2374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14" name="Equation" r:id="rId10" imgW="2374560" imgH="952200" progId="Equation.DSMT4">
                  <p:embed/>
                </p:oleObj>
              </mc:Choice>
              <mc:Fallback>
                <p:oleObj name="Equation" r:id="rId10" imgW="2374560" imgH="952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596" y="2260476"/>
                        <a:ext cx="2374900" cy="952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644008" y="3501008"/>
            <a:ext cx="3813810" cy="285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01766" name="Object 4"/>
          <p:cNvGraphicFramePr>
            <a:graphicFrameLocks noChangeAspect="1"/>
          </p:cNvGraphicFramePr>
          <p:nvPr/>
        </p:nvGraphicFramePr>
        <p:xfrm>
          <a:off x="1691680" y="6093296"/>
          <a:ext cx="2967038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15" name="Equation" r:id="rId13" imgW="2819160" imgH="241200" progId="Equation.DSMT4">
                  <p:embed/>
                </p:oleObj>
              </mc:Choice>
              <mc:Fallback>
                <p:oleObj name="Equation" r:id="rId13" imgW="281916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6093296"/>
                        <a:ext cx="2967038" cy="252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问题转换</a:t>
            </a:r>
            <a:r>
              <a:rPr lang="en-US" altLang="zh-CN">
                <a:solidFill>
                  <a:srgbClr val="000000"/>
                </a:solidFill>
              </a:rPr>
              <a:t>(2:</a:t>
            </a:r>
            <a:r>
              <a:rPr lang="zh-CN" altLang="en-US">
                <a:solidFill>
                  <a:srgbClr val="000000"/>
                </a:solidFill>
              </a:rPr>
              <a:t>反对称载荷</a:t>
            </a:r>
            <a:r>
              <a:rPr lang="en-US" altLang="zh-CN">
                <a:solidFill>
                  <a:srgbClr val="000000"/>
                </a:solidFill>
              </a:rPr>
              <a:t>)</a:t>
            </a:r>
          </a:p>
          <a:p>
            <a:pPr lvl="2"/>
            <a:r>
              <a:rPr lang="zh-CN" altLang="en-US"/>
              <a:t>确定几何参数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确定基本体系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4"/>
            <a:endParaRPr lang="en-US" altLang="zh-CN" sz="1200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确定约束反力</a:t>
            </a:r>
            <a:r>
              <a:rPr lang="en-US" altLang="zh-CN">
                <a:solidFill>
                  <a:srgbClr val="FF0000"/>
                </a:solidFill>
              </a:rPr>
              <a:t>	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398338" name="Object 5"/>
          <p:cNvGraphicFramePr>
            <a:graphicFrameLocks noChangeAspect="1"/>
          </p:cNvGraphicFramePr>
          <p:nvPr/>
        </p:nvGraphicFramePr>
        <p:xfrm>
          <a:off x="1709812" y="2979380"/>
          <a:ext cx="20701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36" name="Equation" r:id="rId3" imgW="1892160" imgH="520560" progId="Equation.DSMT4">
                  <p:embed/>
                </p:oleObj>
              </mc:Choice>
              <mc:Fallback>
                <p:oleObj name="Equation" r:id="rId3" imgW="1892160" imgH="5205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812" y="2979380"/>
                        <a:ext cx="20701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323404"/>
            <a:ext cx="2157413" cy="203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22915" name="Object 4"/>
          <p:cNvGraphicFramePr>
            <a:graphicFrameLocks noChangeAspect="1"/>
          </p:cNvGraphicFramePr>
          <p:nvPr/>
        </p:nvGraphicFramePr>
        <p:xfrm>
          <a:off x="2771800" y="3955975"/>
          <a:ext cx="114935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37"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955975"/>
                        <a:ext cx="1149350" cy="265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989" name="Object 5"/>
          <p:cNvGraphicFramePr>
            <a:graphicFrameLocks noChangeAspect="1"/>
          </p:cNvGraphicFramePr>
          <p:nvPr/>
        </p:nvGraphicFramePr>
        <p:xfrm>
          <a:off x="6661596" y="2260476"/>
          <a:ext cx="2374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38" name="Equation" r:id="rId8" imgW="2374560" imgH="952200" progId="Equation.DSMT4">
                  <p:embed/>
                </p:oleObj>
              </mc:Choice>
              <mc:Fallback>
                <p:oleObj name="Equation" r:id="rId8" imgW="2374560" imgH="952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596" y="2260476"/>
                        <a:ext cx="2374900" cy="9525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644008" y="3501008"/>
            <a:ext cx="3813810" cy="285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01766" name="Object 4"/>
          <p:cNvGraphicFramePr>
            <a:graphicFrameLocks noChangeAspect="1"/>
          </p:cNvGraphicFramePr>
          <p:nvPr/>
        </p:nvGraphicFramePr>
        <p:xfrm>
          <a:off x="1763688" y="5013176"/>
          <a:ext cx="1109663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39" name="Equation" r:id="rId11" imgW="1054080" imgH="241200" progId="Equation.DSMT4">
                  <p:embed/>
                </p:oleObj>
              </mc:Choice>
              <mc:Fallback>
                <p:oleObj name="Equation" r:id="rId11" imgW="1054080" imgH="24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013176"/>
                        <a:ext cx="1109663" cy="252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19" name="Object 7"/>
          <p:cNvGraphicFramePr>
            <a:graphicFrameLocks noChangeAspect="1"/>
          </p:cNvGraphicFramePr>
          <p:nvPr/>
        </p:nvGraphicFramePr>
        <p:xfrm>
          <a:off x="1745605" y="5602436"/>
          <a:ext cx="354647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40" name="Equation" r:id="rId13" imgW="3568680" imgH="850680" progId="Equation.DSMT4">
                  <p:embed/>
                </p:oleObj>
              </mc:Choice>
              <mc:Fallback>
                <p:oleObj name="Equation" r:id="rId13" imgW="3568680" imgH="8506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605" y="5602436"/>
                        <a:ext cx="3546475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二、算例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F</a:t>
            </a:r>
            <a:r>
              <a:rPr lang="en-US" altLang="zh-CN" baseline="-25000">
                <a:solidFill>
                  <a:srgbClr val="000000"/>
                </a:solidFill>
              </a:rPr>
              <a:t>HB</a:t>
            </a:r>
            <a:r>
              <a:rPr lang="zh-CN" altLang="en-US">
                <a:solidFill>
                  <a:srgbClr val="000000"/>
                </a:solidFill>
              </a:rPr>
              <a:t> ， 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，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-25000">
                <a:solidFill>
                  <a:srgbClr val="000000"/>
                </a:solidFill>
              </a:rPr>
              <a:t>B</a:t>
            </a:r>
            <a:r>
              <a:rPr lang="zh-CN" altLang="en-US">
                <a:solidFill>
                  <a:srgbClr val="000000"/>
                </a:solidFill>
              </a:rPr>
              <a:t>。</a:t>
            </a:r>
            <a:endParaRPr lang="en-US" altLang="zh-CN">
              <a:solidFill>
                <a:srgbClr val="000000"/>
              </a:solidFill>
            </a:endParaRPr>
          </a:p>
          <a:p>
            <a:pPr lvl="2"/>
            <a:r>
              <a:rPr lang="zh-CN" altLang="en-US">
                <a:solidFill>
                  <a:srgbClr val="000000"/>
                </a:solidFill>
              </a:rPr>
              <a:t>对称载荷</a:t>
            </a:r>
            <a:endParaRPr lang="en-US" altLang="zh-CN">
              <a:solidFill>
                <a:srgbClr val="000000"/>
              </a:solidFill>
            </a:endParaRPr>
          </a:p>
          <a:p>
            <a:endParaRPr lang="en-US" altLang="zh-CN" sz="3200">
              <a:solidFill>
                <a:srgbClr val="000000"/>
              </a:solidFill>
            </a:endParaRPr>
          </a:p>
          <a:p>
            <a:pPr lvl="2"/>
            <a:r>
              <a:rPr lang="zh-CN" altLang="en-US"/>
              <a:t>反对称载荷</a:t>
            </a:r>
            <a:endParaRPr lang="en-US" altLang="zh-CN"/>
          </a:p>
          <a:p>
            <a:pPr lvl="2">
              <a:buNone/>
            </a:pPr>
            <a:endParaRPr lang="en-US" altLang="zh-CN" sz="3200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叠加求原问题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graphicFrame>
        <p:nvGraphicFramePr>
          <p:cNvPr id="576519" name="Object 7"/>
          <p:cNvGraphicFramePr>
            <a:graphicFrameLocks noChangeAspect="1"/>
          </p:cNvGraphicFramePr>
          <p:nvPr/>
        </p:nvGraphicFramePr>
        <p:xfrm>
          <a:off x="1475656" y="3717032"/>
          <a:ext cx="214471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433" name="Equation" r:id="rId3" imgW="1968480" imgH="596880" progId="Equation.DSMT4">
                  <p:embed/>
                </p:oleObj>
              </mc:Choice>
              <mc:Fallback>
                <p:oleObj name="Equation" r:id="rId3" imgW="1968480" imgH="596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717032"/>
                        <a:ext cx="2144713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783" name="Object 7"/>
          <p:cNvGraphicFramePr>
            <a:graphicFrameLocks noChangeAspect="1"/>
          </p:cNvGraphicFramePr>
          <p:nvPr/>
        </p:nvGraphicFramePr>
        <p:xfrm>
          <a:off x="1531764" y="2636912"/>
          <a:ext cx="181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434" name="Equation" r:id="rId5" imgW="1828800" imgH="596880" progId="Equation.DSMT4">
                  <p:embed/>
                </p:oleObj>
              </mc:Choice>
              <mc:Fallback>
                <p:oleObj name="Equation" r:id="rId5" imgW="1828800" imgH="5968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764" y="2636912"/>
                        <a:ext cx="1816100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7784" name="Object 7"/>
          <p:cNvGraphicFramePr>
            <a:graphicFrameLocks noChangeAspect="1"/>
          </p:cNvGraphicFramePr>
          <p:nvPr/>
        </p:nvGraphicFramePr>
        <p:xfrm>
          <a:off x="1475656" y="4725144"/>
          <a:ext cx="2586037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8435" name="Equation" r:id="rId7" imgW="2374560" imgH="1231560" progId="Equation.DSMT4">
                  <p:embed/>
                </p:oleObj>
              </mc:Choice>
              <mc:Fallback>
                <p:oleObj name="Equation" r:id="rId7" imgW="2374560" imgH="123156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725144"/>
                        <a:ext cx="2586037" cy="1349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6372200" y="4797152"/>
            <a:ext cx="288032" cy="288032"/>
            <a:chOff x="9396536" y="5013176"/>
            <a:chExt cx="288032" cy="288032"/>
          </a:xfrm>
        </p:grpSpPr>
        <p:cxnSp>
          <p:nvCxnSpPr>
            <p:cNvPr id="27" name="直接连接符 26"/>
            <p:cNvCxnSpPr/>
            <p:nvPr/>
          </p:nvCxnSpPr>
          <p:spPr bwMode="auto">
            <a:xfrm>
              <a:off x="9540552" y="5013176"/>
              <a:ext cx="0" cy="288032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 bwMode="auto">
            <a:xfrm>
              <a:off x="9396536" y="5157192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67944" y="4005064"/>
            <a:ext cx="2157413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804248" y="4005064"/>
            <a:ext cx="2157413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499992" y="1412776"/>
            <a:ext cx="2588895" cy="2497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6" name="组合 35"/>
          <p:cNvGrpSpPr/>
          <p:nvPr/>
        </p:nvGrpSpPr>
        <p:grpSpPr>
          <a:xfrm>
            <a:off x="7452320" y="2636912"/>
            <a:ext cx="288032" cy="144016"/>
            <a:chOff x="5300464" y="4589512"/>
            <a:chExt cx="288032" cy="144016"/>
          </a:xfrm>
        </p:grpSpPr>
        <p:cxnSp>
          <p:nvCxnSpPr>
            <p:cNvPr id="32" name="直接连接符 31"/>
            <p:cNvCxnSpPr/>
            <p:nvPr/>
          </p:nvCxnSpPr>
          <p:spPr bwMode="auto">
            <a:xfrm>
              <a:off x="5300464" y="4589512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直接连接符 32"/>
            <p:cNvCxnSpPr/>
            <p:nvPr/>
          </p:nvCxnSpPr>
          <p:spPr bwMode="auto">
            <a:xfrm>
              <a:off x="5300464" y="4733528"/>
              <a:ext cx="288032" cy="0"/>
            </a:xfrm>
            <a:prstGeom prst="line">
              <a:avLst/>
            </a:prstGeom>
            <a:solidFill>
              <a:schemeClr val="accent1"/>
            </a:solidFill>
            <a:ln w="317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三、不对称无铰拱</a:t>
            </a:r>
            <a:endParaRPr lang="en-US" altLang="zh-CN"/>
          </a:p>
          <a:p>
            <a:pPr lvl="1"/>
            <a:r>
              <a:rPr lang="zh-CN" altLang="en-US"/>
              <a:t>方法：</a:t>
            </a:r>
            <a:endParaRPr lang="en-US" altLang="zh-CN"/>
          </a:p>
          <a:p>
            <a:pPr lvl="2"/>
            <a:r>
              <a:rPr lang="zh-CN" altLang="en-US"/>
              <a:t>基本体系</a:t>
            </a:r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/>
            <a:endParaRPr lang="en-US" altLang="zh-CN"/>
          </a:p>
          <a:p>
            <a:pPr lvl="2">
              <a:buNone/>
            </a:pP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/>
              <a:t>可采用数值计算</a:t>
            </a:r>
            <a:endParaRPr lang="en-US" altLang="zh-CN"/>
          </a:p>
          <a:p>
            <a:pPr lvl="1"/>
            <a:r>
              <a:rPr lang="zh-CN" altLang="en-US"/>
              <a:t>思路简单，计算需要耐心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578569" name="Picture 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564904"/>
            <a:ext cx="3007043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8570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22703" y="2564904"/>
            <a:ext cx="3353753" cy="1946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右箭头 10"/>
          <p:cNvSpPr/>
          <p:nvPr/>
        </p:nvSpPr>
        <p:spPr bwMode="auto">
          <a:xfrm>
            <a:off x="4788024" y="3501008"/>
            <a:ext cx="360040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无铰拱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三、超静定拱小结</a:t>
            </a:r>
            <a:endParaRPr lang="en-US" altLang="zh-CN"/>
          </a:p>
          <a:p>
            <a:pPr lvl="1"/>
            <a:r>
              <a:rPr lang="zh-CN" altLang="en-US"/>
              <a:t>一般只要考虑弯矩的影响；</a:t>
            </a:r>
            <a:endParaRPr lang="en-US" altLang="zh-CN"/>
          </a:p>
          <a:p>
            <a:pPr lvl="1"/>
            <a:r>
              <a:rPr lang="zh-CN" altLang="en-US"/>
              <a:t>拱趾水平推力较强时，须考虑轴力影响，拱带拉杆时，拉杆的轴力须考虑；</a:t>
            </a:r>
            <a:endParaRPr lang="en-US" altLang="zh-CN"/>
          </a:p>
          <a:p>
            <a:pPr lvl="1"/>
            <a:r>
              <a:rPr lang="zh-CN" altLang="en-US"/>
              <a:t>利用对称性，简化求解；</a:t>
            </a:r>
            <a:endParaRPr lang="en-US" altLang="zh-CN"/>
          </a:p>
          <a:p>
            <a:pPr lvl="1"/>
            <a:r>
              <a:rPr lang="zh-CN" altLang="en-US"/>
              <a:t>利用无铰拱的弹性中心，简化求解；</a:t>
            </a:r>
            <a:endParaRPr lang="en-US" altLang="zh-CN"/>
          </a:p>
          <a:p>
            <a:pPr lvl="2">
              <a:buNone/>
            </a:pPr>
            <a:endParaRPr lang="en-US" altLang="zh-CN"/>
          </a:p>
        </p:txBody>
      </p:sp>
      <p:sp>
        <p:nvSpPr>
          <p:cNvPr id="15" name="矩形 14"/>
          <p:cNvSpPr/>
          <p:nvPr/>
        </p:nvSpPr>
        <p:spPr bwMode="auto">
          <a:xfrm>
            <a:off x="6660232" y="1340768"/>
            <a:ext cx="2376264" cy="1728192"/>
          </a:xfrm>
          <a:prstGeom prst="rect">
            <a:avLst/>
          </a:prstGeom>
          <a:noFill/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3" cstate="print"/>
          <a:srcRect l="10904" t="15750"/>
          <a:stretch>
            <a:fillRect/>
          </a:stretch>
        </p:blipFill>
        <p:spPr bwMode="auto">
          <a:xfrm>
            <a:off x="4572000" y="4293096"/>
            <a:ext cx="3530352" cy="154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88802" name="Object 8"/>
          <p:cNvGraphicFramePr>
            <a:graphicFrameLocks noChangeAspect="1"/>
          </p:cNvGraphicFramePr>
          <p:nvPr/>
        </p:nvGraphicFramePr>
        <p:xfrm>
          <a:off x="1691680" y="4653136"/>
          <a:ext cx="16605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019" name="Equation" r:id="rId4" imgW="1473120" imgH="444240" progId="Equation.DSMT4">
                  <p:embed/>
                </p:oleObj>
              </mc:Choice>
              <mc:Fallback>
                <p:oleObj name="Equation" r:id="rId4" imgW="1473120" imgH="4442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653136"/>
                        <a:ext cx="1660525" cy="5048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pPr lvl="1"/>
            <a:r>
              <a:rPr lang="zh-CN" altLang="en-US" dirty="0"/>
              <a:t>超静定结构在无载荷作用时，也可以产生内力。</a:t>
            </a:r>
            <a:endParaRPr lang="en-US" altLang="zh-CN" dirty="0"/>
          </a:p>
          <a:p>
            <a:pPr lvl="1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静定结构无载荷作用时有内力吗？为什么？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6D6CF4-FC4E-44F5-9094-9F1B6B1AD786}"/>
              </a:ext>
            </a:extLst>
          </p:cNvPr>
          <p:cNvSpPr txBox="1"/>
          <p:nvPr/>
        </p:nvSpPr>
        <p:spPr>
          <a:xfrm>
            <a:off x="1115616" y="2751355"/>
            <a:ext cx="7427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非荷载因素：支座位移、温度变化、制造误差等。</a:t>
            </a:r>
            <a:endParaRPr lang="en-US" altLang="zh-CN" sz="20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结构在受到非荷载因素作用下是否产生内力，完全取决于它在受到这些因素作用时，变形是否为充分自由的。</a:t>
            </a:r>
            <a:endParaRPr lang="en-US" altLang="zh-CN" sz="20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概述</a:t>
            </a:r>
            <a:endParaRPr lang="en-US" altLang="zh-CN" dirty="0"/>
          </a:p>
          <a:p>
            <a:pPr lvl="1"/>
            <a:r>
              <a:rPr lang="zh-CN" altLang="en-US" dirty="0"/>
              <a:t>超静定结构在无载荷作用时，也可以产生内力。</a:t>
            </a:r>
            <a:r>
              <a:rPr lang="en-US" altLang="zh-CN" dirty="0"/>
              <a:t>——</a:t>
            </a:r>
            <a:r>
              <a:rPr lang="zh-CN" altLang="en-US" dirty="0">
                <a:solidFill>
                  <a:srgbClr val="FF0000"/>
                </a:solidFill>
              </a:rPr>
              <a:t>约束多了！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静定结构无载荷作用时有内力吗？为什么？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静定结构内力只由载荷决定。无载荷，无内力。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一、概述</a:t>
            </a:r>
            <a:endParaRPr lang="en-US" altLang="zh-CN"/>
          </a:p>
          <a:p>
            <a:pPr lvl="1"/>
            <a:r>
              <a:rPr lang="zh-CN" altLang="en-US"/>
              <a:t>超静定结构在无载荷作用时，也可以产生内力。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静定结构载荷只由载荷载决定。无载荷，无内力。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自内力</a:t>
            </a:r>
            <a:r>
              <a:rPr lang="zh-CN" altLang="en-US"/>
              <a:t>：</a:t>
            </a:r>
            <a:r>
              <a:rPr lang="zh-CN" altLang="en-US">
                <a:solidFill>
                  <a:srgbClr val="FF0000"/>
                </a:solidFill>
              </a:rPr>
              <a:t>超静定结构</a:t>
            </a:r>
            <a:r>
              <a:rPr lang="zh-CN" altLang="en-US"/>
              <a:t>在支座移动和温度改变等因素作用下产生的</a:t>
            </a:r>
            <a:r>
              <a:rPr lang="en-US" altLang="zh-CN"/>
              <a:t>		</a:t>
            </a:r>
            <a:r>
              <a:rPr lang="zh-CN" altLang="en-US"/>
              <a:t>内力。</a:t>
            </a:r>
            <a:endParaRPr lang="en-US" altLang="zh-CN"/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一、概述</a:t>
            </a:r>
            <a:endParaRPr lang="en-US" altLang="zh-CN"/>
          </a:p>
          <a:p>
            <a:pPr lvl="1"/>
            <a:r>
              <a:rPr lang="zh-CN" altLang="en-US"/>
              <a:t>超静定结构在无载荷作用时，也可以产生内力。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r>
              <a:rPr lang="zh-CN" altLang="en-US"/>
              <a:t>静定结构载荷只由载荷载决定。无载荷，无内力。</a:t>
            </a:r>
            <a:endParaRPr lang="en-US" altLang="zh-CN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自内力</a:t>
            </a:r>
            <a:r>
              <a:rPr lang="zh-CN" altLang="en-US"/>
              <a:t>：</a:t>
            </a:r>
            <a:r>
              <a:rPr lang="zh-CN" altLang="en-US">
                <a:solidFill>
                  <a:srgbClr val="FF0000"/>
                </a:solidFill>
              </a:rPr>
              <a:t>超静定结构</a:t>
            </a:r>
            <a:r>
              <a:rPr lang="zh-CN" altLang="en-US"/>
              <a:t>在支座移动和温度改变等因素作用下产生的</a:t>
            </a:r>
            <a:r>
              <a:rPr lang="en-US" altLang="zh-CN"/>
              <a:t>		</a:t>
            </a:r>
            <a:r>
              <a:rPr lang="zh-CN" altLang="en-US"/>
              <a:t>内力。</a:t>
            </a:r>
            <a:endParaRPr lang="en-US" altLang="zh-CN"/>
          </a:p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例：如图所示等截面梁</a:t>
            </a:r>
            <a:r>
              <a:rPr lang="en-US" altLang="zh-CN"/>
              <a:t>AB</a:t>
            </a:r>
            <a:r>
              <a:rPr lang="zh-CN" altLang="en-US"/>
              <a:t>，若左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            </a:t>
            </a:r>
            <a:r>
              <a:rPr lang="zh-CN" altLang="en-US"/>
              <a:t>端支座转动角度为    ，右端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            </a:t>
            </a:r>
            <a:r>
              <a:rPr lang="zh-CN" altLang="en-US"/>
              <a:t>支座下沉位移为</a:t>
            </a:r>
            <a:r>
              <a:rPr lang="en-US" altLang="zh-CN"/>
              <a:t>a</a:t>
            </a:r>
            <a:r>
              <a:rPr lang="zh-CN" altLang="en-US"/>
              <a:t>，试求梁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            </a:t>
            </a:r>
            <a:r>
              <a:rPr lang="zh-CN" altLang="en-US"/>
              <a:t>中引起的自内力。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966648" y="4437112"/>
          <a:ext cx="245312" cy="334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651" name="Equation" r:id="rId3" imgW="139680" imgH="190440" progId="Equation.DSMT4">
                  <p:embed/>
                </p:oleObj>
              </mc:Choice>
              <mc:Fallback>
                <p:oleObj name="Equation" r:id="rId3" imgW="139680" imgH="1904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6648" y="4437112"/>
                        <a:ext cx="245312" cy="3345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76056" y="3861048"/>
            <a:ext cx="3796977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172400" y="2924944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zh-CN" altLang="en-US" sz="1600">
                <a:solidFill>
                  <a:srgbClr val="0070C0"/>
                </a:solidFill>
              </a:rPr>
              <a:t>其它支座移动引起的</a:t>
            </a:r>
            <a:r>
              <a:rPr lang="en-US" altLang="zh-CN" sz="1600" i="1">
                <a:solidFill>
                  <a:srgbClr val="0070C0"/>
                </a:solidFill>
              </a:rPr>
              <a:t>X</a:t>
            </a:r>
            <a:r>
              <a:rPr lang="en-US" altLang="zh-CN" sz="1600" baseline="-25000">
                <a:solidFill>
                  <a:srgbClr val="0070C0"/>
                </a:solidFill>
              </a:rPr>
              <a:t>1</a:t>
            </a:r>
            <a:r>
              <a:rPr lang="zh-CN" altLang="en-US" sz="1600">
                <a:solidFill>
                  <a:srgbClr val="0070C0"/>
                </a:solidFill>
              </a:rPr>
              <a:t>方向的位移</a:t>
            </a:r>
            <a:endParaRPr lang="en-US" altLang="zh-CN" sz="1600">
              <a:solidFill>
                <a:srgbClr val="0070C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172400" y="2924944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05049" y="3429000"/>
          <a:ext cx="2074863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0699" name="Equation" r:id="rId5" imgW="1904760" imgH="253800" progId="Equation.DSMT4">
                  <p:embed/>
                </p:oleObj>
              </mc:Choice>
              <mc:Fallback>
                <p:oleObj name="Equation" r:id="rId5" imgW="1904760" imgH="253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5049" y="3429000"/>
                        <a:ext cx="2074863" cy="277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/>
          <p:cNvSpPr/>
          <p:nvPr/>
        </p:nvSpPr>
        <p:spPr bwMode="auto">
          <a:xfrm>
            <a:off x="3491880" y="3429000"/>
            <a:ext cx="360040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79912" y="3068960"/>
            <a:ext cx="1080120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可不为零</a:t>
            </a:r>
          </a:p>
        </p:txBody>
      </p:sp>
      <p:cxnSp>
        <p:nvCxnSpPr>
          <p:cNvPr id="12" name="直接连接符 11"/>
          <p:cNvCxnSpPr>
            <a:stCxn id="8" idx="0"/>
            <a:endCxn id="9" idx="1"/>
          </p:cNvCxnSpPr>
          <p:nvPr/>
        </p:nvCxnSpPr>
        <p:spPr bwMode="auto">
          <a:xfrm flipV="1">
            <a:off x="3671900" y="3238237"/>
            <a:ext cx="108012" cy="19076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椭圆 18"/>
          <p:cNvSpPr/>
          <p:nvPr/>
        </p:nvSpPr>
        <p:spPr bwMode="auto">
          <a:xfrm>
            <a:off x="2627784" y="3429000"/>
            <a:ext cx="288032" cy="288032"/>
          </a:xfrm>
          <a:prstGeom prst="ellips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cxnSp>
        <p:nvCxnSpPr>
          <p:cNvPr id="20" name="直接连接符 19"/>
          <p:cNvCxnSpPr/>
          <p:nvPr/>
        </p:nvCxnSpPr>
        <p:spPr bwMode="auto">
          <a:xfrm flipV="1">
            <a:off x="2555776" y="3645024"/>
            <a:ext cx="108012" cy="19076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作弯矩图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08920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780928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63688" y="3429000"/>
          <a:ext cx="12573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941" name="Equation" r:id="rId5" imgW="1155600" imgH="241200" progId="Equation.DSMT4">
                  <p:embed/>
                </p:oleObj>
              </mc:Choice>
              <mc:Fallback>
                <p:oleObj name="Equation" r:id="rId5" imgW="11556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29000"/>
                        <a:ext cx="12573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509120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942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509120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60032" y="4077072"/>
            <a:ext cx="27146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08920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780928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63688" y="3429000"/>
          <a:ext cx="12573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181" name="Equation" r:id="rId5" imgW="1155600" imgH="241200" progId="Equation.DSMT4">
                  <p:embed/>
                </p:oleObj>
              </mc:Choice>
              <mc:Fallback>
                <p:oleObj name="Equation" r:id="rId5" imgW="11556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29000"/>
                        <a:ext cx="12573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437112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182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437112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2" name="Object 7"/>
          <p:cNvGraphicFramePr>
            <a:graphicFrameLocks noChangeAspect="1"/>
          </p:cNvGraphicFramePr>
          <p:nvPr/>
        </p:nvGraphicFramePr>
        <p:xfrm>
          <a:off x="1763688" y="4509120"/>
          <a:ext cx="17541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3183" name="Equation" r:id="rId9" imgW="1612800" imgH="482400" progId="Equation.DSMT4">
                  <p:embed/>
                </p:oleObj>
              </mc:Choice>
              <mc:Fallback>
                <p:oleObj name="Equation" r:id="rId9" imgW="1612800" imgH="4824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509120"/>
                        <a:ext cx="1754187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860032" y="4077072"/>
            <a:ext cx="27146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08920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780928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63688" y="3429000"/>
          <a:ext cx="12573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205" name="Equation" r:id="rId5" imgW="1155600" imgH="241200" progId="Equation.DSMT4">
                  <p:embed/>
                </p:oleObj>
              </mc:Choice>
              <mc:Fallback>
                <p:oleObj name="Equation" r:id="rId5" imgW="11556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29000"/>
                        <a:ext cx="12573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461619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206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461619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2" name="Object 7"/>
          <p:cNvGraphicFramePr>
            <a:graphicFrameLocks noChangeAspect="1"/>
          </p:cNvGraphicFramePr>
          <p:nvPr/>
        </p:nvGraphicFramePr>
        <p:xfrm>
          <a:off x="1763688" y="4554066"/>
          <a:ext cx="175418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207" name="Equation" r:id="rId9" imgW="1612800" imgH="749160" progId="Equation.DSMT4">
                  <p:embed/>
                </p:oleObj>
              </mc:Choice>
              <mc:Fallback>
                <p:oleObj name="Equation" r:id="rId9" imgW="1612800" imgH="7491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554066"/>
                        <a:ext cx="1754187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63557" name="Picture 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860032" y="5013176"/>
            <a:ext cx="2786063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2699792" y="5157192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有别的方法吗？</a:t>
            </a:r>
          </a:p>
        </p:txBody>
      </p:sp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860032" y="4077072"/>
            <a:ext cx="27146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08920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780928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63688" y="3429000"/>
          <a:ext cx="12573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229" name="Equation" r:id="rId5" imgW="1155600" imgH="241200" progId="Equation.DSMT4">
                  <p:embed/>
                </p:oleObj>
              </mc:Choice>
              <mc:Fallback>
                <p:oleObj name="Equation" r:id="rId5" imgW="11556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29000"/>
                        <a:ext cx="12573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461619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230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461619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2" name="Object 7"/>
          <p:cNvGraphicFramePr>
            <a:graphicFrameLocks noChangeAspect="1"/>
          </p:cNvGraphicFramePr>
          <p:nvPr/>
        </p:nvGraphicFramePr>
        <p:xfrm>
          <a:off x="1763688" y="4509120"/>
          <a:ext cx="2735263" cy="95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231" name="Equation" r:id="rId9" imgW="2514600" imgH="876240" progId="Equation.DSMT4">
                  <p:embed/>
                </p:oleObj>
              </mc:Choice>
              <mc:Fallback>
                <p:oleObj name="Equation" r:id="rId9" imgW="2514600" imgH="876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509120"/>
                        <a:ext cx="2735263" cy="957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 bwMode="auto">
          <a:xfrm>
            <a:off x="1691680" y="5054272"/>
            <a:ext cx="1296144" cy="360040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cxnSp>
        <p:nvCxnSpPr>
          <p:cNvPr id="17" name="直接连接符 16"/>
          <p:cNvCxnSpPr>
            <a:stCxn id="16" idx="2"/>
            <a:endCxn id="19" idx="1"/>
          </p:cNvCxnSpPr>
          <p:nvPr/>
        </p:nvCxnSpPr>
        <p:spPr bwMode="auto">
          <a:xfrm>
            <a:off x="2339752" y="5414312"/>
            <a:ext cx="1008112" cy="46731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3347864" y="5589240"/>
            <a:ext cx="4608512" cy="5847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自由项由支座移动产生，可利用虚功原理求解（适用于复杂结构）。</a:t>
            </a:r>
          </a:p>
        </p:txBody>
      </p:sp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860032" y="4077072"/>
            <a:ext cx="27146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pPr lvl="1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08920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780928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63688" y="3429000"/>
          <a:ext cx="12573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70" name="Equation" r:id="rId5" imgW="1155600" imgH="241200" progId="Equation.DSMT4">
                  <p:embed/>
                </p:oleObj>
              </mc:Choice>
              <mc:Fallback>
                <p:oleObj name="Equation" r:id="rId5" imgW="11556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29000"/>
                        <a:ext cx="12573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461619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71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461619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2" name="Object 7"/>
          <p:cNvGraphicFramePr>
            <a:graphicFrameLocks noChangeAspect="1"/>
          </p:cNvGraphicFramePr>
          <p:nvPr/>
        </p:nvGraphicFramePr>
        <p:xfrm>
          <a:off x="1764680" y="4509120"/>
          <a:ext cx="1727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72" name="Equation" r:id="rId9" imgW="1587240" imgH="482400" progId="Equation.DSMT4">
                  <p:embed/>
                </p:oleObj>
              </mc:Choice>
              <mc:Fallback>
                <p:oleObj name="Equation" r:id="rId9" imgW="158724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680" y="4509120"/>
                        <a:ext cx="172720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05" name="Object 4"/>
          <p:cNvGraphicFramePr>
            <a:graphicFrameLocks noChangeAspect="1"/>
          </p:cNvGraphicFramePr>
          <p:nvPr/>
        </p:nvGraphicFramePr>
        <p:xfrm>
          <a:off x="1763688" y="5321756"/>
          <a:ext cx="27495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473" name="Equation" r:id="rId11" imgW="2527200" imgH="520560" progId="Equation.DSMT4">
                  <p:embed/>
                </p:oleObj>
              </mc:Choice>
              <mc:Fallback>
                <p:oleObj name="Equation" r:id="rId11" imgW="2527200" imgH="520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5321756"/>
                        <a:ext cx="27495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860032" y="5013176"/>
            <a:ext cx="2786063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圆角矩形 19"/>
          <p:cNvSpPr/>
          <p:nvPr/>
        </p:nvSpPr>
        <p:spPr bwMode="auto">
          <a:xfrm>
            <a:off x="3419872" y="5229200"/>
            <a:ext cx="1152128" cy="720080"/>
          </a:xfrm>
          <a:prstGeom prst="round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23728" y="6021288"/>
            <a:ext cx="2441694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与杆件刚度的绝对值有关</a:t>
            </a:r>
          </a:p>
        </p:txBody>
      </p:sp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860032" y="4077072"/>
            <a:ext cx="27146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3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pPr lvl="1"/>
            <a:endParaRPr lang="en-US" altLang="zh-CN"/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08920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780928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63688" y="3459822"/>
          <a:ext cx="12573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81" name="Equation" r:id="rId5" imgW="1155600" imgH="241200" progId="Equation.DSMT4">
                  <p:embed/>
                </p:oleObj>
              </mc:Choice>
              <mc:Fallback>
                <p:oleObj name="Equation" r:id="rId5" imgW="115560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459822"/>
                        <a:ext cx="12573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461619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82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461619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2" name="Object 7"/>
          <p:cNvGraphicFramePr>
            <a:graphicFrameLocks noChangeAspect="1"/>
          </p:cNvGraphicFramePr>
          <p:nvPr/>
        </p:nvGraphicFramePr>
        <p:xfrm>
          <a:off x="1764680" y="4457660"/>
          <a:ext cx="17272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83" name="Equation" r:id="rId9" imgW="1587240" imgH="482400" progId="Equation.DSMT4">
                  <p:embed/>
                </p:oleObj>
              </mc:Choice>
              <mc:Fallback>
                <p:oleObj name="Equation" r:id="rId9" imgW="158724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680" y="4457660"/>
                        <a:ext cx="1727200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05" name="Object 4"/>
          <p:cNvGraphicFramePr>
            <a:graphicFrameLocks noChangeAspect="1"/>
          </p:cNvGraphicFramePr>
          <p:nvPr/>
        </p:nvGraphicFramePr>
        <p:xfrm>
          <a:off x="1750442" y="5229200"/>
          <a:ext cx="27495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84" name="Equation" r:id="rId11" imgW="2527200" imgH="520560" progId="Equation.DSMT4">
                  <p:embed/>
                </p:oleObj>
              </mc:Choice>
              <mc:Fallback>
                <p:oleObj name="Equation" r:id="rId11" imgW="2527200" imgH="5205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0442" y="5229200"/>
                        <a:ext cx="27495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860032" y="5013176"/>
            <a:ext cx="2786063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6630" name="Object 4"/>
          <p:cNvGraphicFramePr>
            <a:graphicFrameLocks noChangeAspect="1"/>
          </p:cNvGraphicFramePr>
          <p:nvPr/>
        </p:nvGraphicFramePr>
        <p:xfrm>
          <a:off x="1763688" y="6072658"/>
          <a:ext cx="8572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85" name="Equation" r:id="rId14" imgW="787320" imgH="279360" progId="Equation.DSMT4">
                  <p:embed/>
                </p:oleObj>
              </mc:Choice>
              <mc:Fallback>
                <p:oleObj name="Equation" r:id="rId14" imgW="787320" imgH="2793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6072658"/>
                        <a:ext cx="8572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077250" y="6042774"/>
            <a:ext cx="2646878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内力完全由多余未知量引起</a:t>
            </a:r>
          </a:p>
        </p:txBody>
      </p:sp>
      <p:pic>
        <p:nvPicPr>
          <p:cNvPr id="666631" name="Picture 7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860032" y="4077072"/>
            <a:ext cx="2714625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6632" name="Object 8"/>
          <p:cNvGraphicFramePr>
            <a:graphicFrameLocks noChangeAspect="1"/>
          </p:cNvGraphicFramePr>
          <p:nvPr/>
        </p:nvGraphicFramePr>
        <p:xfrm>
          <a:off x="7668344" y="5623966"/>
          <a:ext cx="148113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3886" name="Equation" r:id="rId17" imgW="1358640" imgH="495000" progId="Equation.DSMT4">
                  <p:embed/>
                </p:oleObj>
              </mc:Choice>
              <mc:Fallback>
                <p:oleObj name="Equation" r:id="rId17" imgW="1358640" imgH="4950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8344" y="5623966"/>
                        <a:ext cx="1481138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2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1"/>
            <a:endParaRPr lang="en-US" altLang="zh-CN"/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172400" y="2924944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pic>
        <p:nvPicPr>
          <p:cNvPr id="6748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48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4203551"/>
            <a:ext cx="2614613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力法方程</a:t>
            </a:r>
            <a:endParaRPr lang="en-US" altLang="zh-CN">
              <a:solidFill>
                <a:srgbClr val="FF0000"/>
              </a:solidFill>
            </a:endParaRPr>
          </a:p>
          <a:p>
            <a:pPr lvl="2">
              <a:buNone/>
            </a:pP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172400" y="2924944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66888" y="3429000"/>
          <a:ext cx="194945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867" name="Equation" r:id="rId4" imgW="1790640" imgH="253800" progId="Equation.DSMT4">
                  <p:embed/>
                </p:oleObj>
              </mc:Choice>
              <mc:Fallback>
                <p:oleObj name="Equation" r:id="rId4" imgW="1790640" imgH="253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88" y="3429000"/>
                        <a:ext cx="1949450" cy="277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椭圆 14"/>
          <p:cNvSpPr/>
          <p:nvPr/>
        </p:nvSpPr>
        <p:spPr bwMode="auto">
          <a:xfrm>
            <a:off x="3491880" y="3429000"/>
            <a:ext cx="360040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1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华文细黑" pitchFamily="2" charset="-122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作弯矩图，剪力图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852936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835696" y="3453507"/>
          <a:ext cx="113347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27" name="Equation" r:id="rId5" imgW="1041120" imgH="241200" progId="Equation.DSMT4">
                  <p:embed/>
                </p:oleObj>
              </mc:Choice>
              <mc:Fallback>
                <p:oleObj name="Equation" r:id="rId5" imgW="104112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453507"/>
                        <a:ext cx="1133475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581128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28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581128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60032" y="4203551"/>
            <a:ext cx="2614613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8677" name="Picture 5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932040" y="5157192"/>
            <a:ext cx="2795588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8678" name="Object 4"/>
          <p:cNvGraphicFramePr>
            <a:graphicFrameLocks noChangeAspect="1"/>
          </p:cNvGraphicFramePr>
          <p:nvPr/>
        </p:nvGraphicFramePr>
        <p:xfrm>
          <a:off x="8101013" y="5500464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9329" name="Equation" r:id="rId11" imgW="266400" imgH="279360" progId="Equation.DSMT4">
                  <p:embed/>
                </p:oleObj>
              </mc:Choice>
              <mc:Fallback>
                <p:oleObj name="Equation" r:id="rId11" imgW="266400" imgH="2793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5500464"/>
                        <a:ext cx="290512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作弯矩图，剪力图</a:t>
            </a:r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确定系数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852936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835696" y="3453507"/>
          <a:ext cx="113347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10" name="Equation" r:id="rId5" imgW="1041120" imgH="241200" progId="Equation.DSMT4">
                  <p:embed/>
                </p:oleObj>
              </mc:Choice>
              <mc:Fallback>
                <p:oleObj name="Equation" r:id="rId5" imgW="104112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453507"/>
                        <a:ext cx="1133475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581128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11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581128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60032" y="4203551"/>
            <a:ext cx="2614613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8678" name="Object 4"/>
          <p:cNvGraphicFramePr>
            <a:graphicFrameLocks noChangeAspect="1"/>
          </p:cNvGraphicFramePr>
          <p:nvPr/>
        </p:nvGraphicFramePr>
        <p:xfrm>
          <a:off x="8101013" y="5500464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12" name="Equation" r:id="rId10" imgW="266400" imgH="279360" progId="Equation.DSMT4">
                  <p:embed/>
                </p:oleObj>
              </mc:Choice>
              <mc:Fallback>
                <p:oleObj name="Equation" r:id="rId10" imgW="266400" imgH="2793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5500464"/>
                        <a:ext cx="290512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4"/>
          <p:cNvGraphicFramePr>
            <a:graphicFrameLocks noChangeAspect="1"/>
          </p:cNvGraphicFramePr>
          <p:nvPr/>
        </p:nvGraphicFramePr>
        <p:xfrm>
          <a:off x="1475656" y="4522440"/>
          <a:ext cx="32591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713" name="Equation" r:id="rId12" imgW="2997000" imgH="977760" progId="Equation.DSMT4">
                  <p:embed/>
                </p:oleObj>
              </mc:Choice>
              <mc:Fallback>
                <p:oleObj name="Equation" r:id="rId12" imgW="2997000" imgH="97776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522440"/>
                        <a:ext cx="3259137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5846" name="Picture 6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932040" y="5157192"/>
            <a:ext cx="2833688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3491880" y="4653136"/>
            <a:ext cx="1008112" cy="33855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FF0000"/>
                </a:solidFill>
              </a:rPr>
              <a:t>虚功原理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作弯矩图，剪力图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解力法方程</a:t>
            </a:r>
            <a:endParaRPr lang="en-US" altLang="zh-CN">
              <a:solidFill>
                <a:srgbClr val="FF0000"/>
              </a:solidFill>
            </a:endParaRPr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852936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32866" y="3459822"/>
          <a:ext cx="113347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59" name="Equation" r:id="rId5" imgW="1041120" imgH="241200" progId="Equation.DSMT4">
                  <p:embed/>
                </p:oleObj>
              </mc:Choice>
              <mc:Fallback>
                <p:oleObj name="Equation" r:id="rId5" imgW="104112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866" y="3459822"/>
                        <a:ext cx="1133475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581128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60" name="Equation" r:id="rId7" imgW="266400" imgH="241200" progId="Equation.DSMT4">
                  <p:embed/>
                </p:oleObj>
              </mc:Choice>
              <mc:Fallback>
                <p:oleObj name="Equation" r:id="rId7" imgW="2664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581128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860032" y="4203551"/>
            <a:ext cx="2614613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8678" name="Object 4"/>
          <p:cNvGraphicFramePr>
            <a:graphicFrameLocks noChangeAspect="1"/>
          </p:cNvGraphicFramePr>
          <p:nvPr/>
        </p:nvGraphicFramePr>
        <p:xfrm>
          <a:off x="8101013" y="5500464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61" name="Equation" r:id="rId10" imgW="266400" imgH="279360" progId="Equation.DSMT4">
                  <p:embed/>
                </p:oleObj>
              </mc:Choice>
              <mc:Fallback>
                <p:oleObj name="Equation" r:id="rId10" imgW="266400" imgH="2793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5500464"/>
                        <a:ext cx="290512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4"/>
          <p:cNvGraphicFramePr>
            <a:graphicFrameLocks noChangeAspect="1"/>
          </p:cNvGraphicFramePr>
          <p:nvPr/>
        </p:nvGraphicFramePr>
        <p:xfrm>
          <a:off x="1757561" y="5445224"/>
          <a:ext cx="22383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62" name="Equation" r:id="rId12" imgW="2057400" imgH="495000" progId="Equation.DSMT4">
                  <p:embed/>
                </p:oleObj>
              </mc:Choice>
              <mc:Fallback>
                <p:oleObj name="Equation" r:id="rId12" imgW="2057400" imgH="4950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561" y="5445224"/>
                        <a:ext cx="223837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5846" name="Picture 6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932040" y="5157192"/>
            <a:ext cx="2833688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76870" name="Object 4"/>
          <p:cNvGraphicFramePr>
            <a:graphicFrameLocks noChangeAspect="1"/>
          </p:cNvGraphicFramePr>
          <p:nvPr/>
        </p:nvGraphicFramePr>
        <p:xfrm>
          <a:off x="1769243" y="4560490"/>
          <a:ext cx="2278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63" name="Equation" r:id="rId15" imgW="2095200" imgH="495000" progId="Equation.DSMT4">
                  <p:embed/>
                </p:oleObj>
              </mc:Choice>
              <mc:Fallback>
                <p:oleObj name="Equation" r:id="rId15" imgW="2095200" imgH="4950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243" y="4560490"/>
                        <a:ext cx="2278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7-7 </a:t>
            </a:r>
            <a:r>
              <a:rPr lang="zh-CN" altLang="en-US"/>
              <a:t>支座移动和温度改变时的计算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二、支座移动时的计算</a:t>
            </a:r>
            <a:endParaRPr lang="en-US" altLang="zh-CN"/>
          </a:p>
          <a:p>
            <a:pPr lvl="1"/>
            <a:r>
              <a:rPr lang="zh-CN" altLang="en-US"/>
              <a:t>例：求梁中引起的自内力</a:t>
            </a:r>
            <a:endParaRPr lang="en-US" altLang="zh-CN"/>
          </a:p>
          <a:p>
            <a:pPr lvl="1">
              <a:buNone/>
            </a:pPr>
            <a:r>
              <a:rPr lang="en-US" altLang="zh-CN"/>
              <a:t>	</a:t>
            </a:r>
            <a:r>
              <a:rPr lang="zh-CN" altLang="en-US"/>
              <a:t>解法</a:t>
            </a:r>
            <a:r>
              <a:rPr lang="en-US" altLang="zh-CN"/>
              <a:t>1</a:t>
            </a:r>
          </a:p>
          <a:p>
            <a:pPr lvl="2"/>
            <a:r>
              <a:rPr lang="zh-CN" altLang="en-US"/>
              <a:t>选取基本体系</a:t>
            </a:r>
            <a:endParaRPr lang="en-US" altLang="zh-CN"/>
          </a:p>
          <a:p>
            <a:pPr lvl="2"/>
            <a:r>
              <a:rPr lang="zh-CN" altLang="en-US"/>
              <a:t>力法方程</a:t>
            </a:r>
            <a:endParaRPr lang="en-US" altLang="zh-CN"/>
          </a:p>
          <a:p>
            <a:pPr lvl="2"/>
            <a:endParaRPr lang="en-US" altLang="zh-CN">
              <a:solidFill>
                <a:srgbClr val="FF0000"/>
              </a:solidFill>
            </a:endParaRPr>
          </a:p>
          <a:p>
            <a:pPr lvl="2"/>
            <a:r>
              <a:rPr lang="zh-CN" altLang="en-US"/>
              <a:t>作弯矩图，剪力图</a:t>
            </a:r>
            <a:endParaRPr lang="en-US" altLang="zh-CN"/>
          </a:p>
          <a:p>
            <a:pPr lvl="2"/>
            <a:r>
              <a:rPr lang="zh-CN" altLang="en-US"/>
              <a:t>确定系数</a:t>
            </a:r>
            <a:endParaRPr lang="en-US" altLang="zh-CN"/>
          </a:p>
          <a:p>
            <a:endParaRPr lang="en-US" altLang="zh-CN"/>
          </a:p>
          <a:p>
            <a:pPr lvl="2"/>
            <a:r>
              <a:rPr lang="zh-CN" altLang="en-US"/>
              <a:t>解力法方程</a:t>
            </a:r>
            <a:endParaRPr lang="en-US" altLang="zh-CN"/>
          </a:p>
          <a:p>
            <a:pPr lvl="2"/>
            <a:endParaRPr lang="en-US" altLang="zh-CN"/>
          </a:p>
          <a:p>
            <a:pPr lvl="2"/>
            <a:r>
              <a:rPr lang="zh-CN" altLang="en-US">
                <a:solidFill>
                  <a:srgbClr val="FF0000"/>
                </a:solidFill>
              </a:rPr>
              <a:t>还原内力</a:t>
            </a:r>
            <a:endParaRPr lang="en-US" altLang="zh-CN">
              <a:solidFill>
                <a:srgbClr val="FF0000"/>
              </a:solidFill>
            </a:endParaRPr>
          </a:p>
          <a:p>
            <a:pPr lvl="2"/>
            <a:endParaRPr lang="en-US" altLang="zh-CN"/>
          </a:p>
          <a:p>
            <a:pPr lvl="1"/>
            <a:endParaRPr lang="en-US" altLang="zh-CN">
              <a:solidFill>
                <a:srgbClr val="FF0000"/>
              </a:solidFill>
            </a:endParaRPr>
          </a:p>
          <a:p>
            <a:pPr lvl="1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65843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60032" y="134076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945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60032" y="2780928"/>
            <a:ext cx="2867025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8028384" y="2852936"/>
            <a:ext cx="430887" cy="12016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b="1"/>
              <a:t>基本体系</a:t>
            </a:r>
          </a:p>
        </p:txBody>
      </p:sp>
      <p:graphicFrame>
        <p:nvGraphicFramePr>
          <p:cNvPr id="660482" name="Object 7"/>
          <p:cNvGraphicFramePr>
            <a:graphicFrameLocks noChangeAspect="1"/>
          </p:cNvGraphicFramePr>
          <p:nvPr/>
        </p:nvGraphicFramePr>
        <p:xfrm>
          <a:off x="1732866" y="3459822"/>
          <a:ext cx="113347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49" name="Equation" r:id="rId6" imgW="1041120" imgH="241200" progId="Equation.DSMT4">
                  <p:embed/>
                </p:oleObj>
              </mc:Choice>
              <mc:Fallback>
                <p:oleObj name="Equation" r:id="rId6" imgW="1041120" imgH="24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866" y="3459822"/>
                        <a:ext cx="1133475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1508" name="Object 7"/>
          <p:cNvGraphicFramePr>
            <a:graphicFrameLocks noChangeAspect="1"/>
          </p:cNvGraphicFramePr>
          <p:nvPr/>
        </p:nvGraphicFramePr>
        <p:xfrm>
          <a:off x="8100392" y="4581128"/>
          <a:ext cx="29051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50" name="Equation" r:id="rId8" imgW="266400" imgH="241200" progId="Equation.DSMT4">
                  <p:embed/>
                </p:oleObj>
              </mc:Choice>
              <mc:Fallback>
                <p:oleObj name="Equation" r:id="rId8" imgW="266400" imgH="241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0392" y="4581128"/>
                        <a:ext cx="290513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860032" y="4203551"/>
            <a:ext cx="2614613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68678" name="Object 4"/>
          <p:cNvGraphicFramePr>
            <a:graphicFrameLocks noChangeAspect="1"/>
          </p:cNvGraphicFramePr>
          <p:nvPr/>
        </p:nvGraphicFramePr>
        <p:xfrm>
          <a:off x="8101013" y="5500464"/>
          <a:ext cx="290512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51" name="Equation" r:id="rId11" imgW="266400" imgH="279360" progId="Equation.DSMT4">
                  <p:embed/>
                </p:oleObj>
              </mc:Choice>
              <mc:Fallback>
                <p:oleObj name="Equation" r:id="rId11" imgW="266400" imgH="2793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5500464"/>
                        <a:ext cx="290512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5" name="Object 4"/>
          <p:cNvGraphicFramePr>
            <a:graphicFrameLocks noChangeAspect="1"/>
          </p:cNvGraphicFramePr>
          <p:nvPr/>
        </p:nvGraphicFramePr>
        <p:xfrm>
          <a:off x="1757561" y="5424676"/>
          <a:ext cx="22383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52" name="Equation" r:id="rId13" imgW="2057400" imgH="495000" progId="Equation.DSMT4">
                  <p:embed/>
                </p:oleObj>
              </mc:Choice>
              <mc:Fallback>
                <p:oleObj name="Equation" r:id="rId13" imgW="2057400" imgH="4950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561" y="5424676"/>
                        <a:ext cx="223837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5846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932040" y="5157192"/>
            <a:ext cx="2833688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76870" name="Object 4"/>
          <p:cNvGraphicFramePr>
            <a:graphicFrameLocks noChangeAspect="1"/>
          </p:cNvGraphicFramePr>
          <p:nvPr/>
        </p:nvGraphicFramePr>
        <p:xfrm>
          <a:off x="1769243" y="4560490"/>
          <a:ext cx="22780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53" name="Equation" r:id="rId16" imgW="2095200" imgH="495000" progId="Equation.DSMT4">
                  <p:embed/>
                </p:oleObj>
              </mc:Choice>
              <mc:Fallback>
                <p:oleObj name="Equation" r:id="rId16" imgW="2095200" imgH="4950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243" y="4560490"/>
                        <a:ext cx="2278063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5" name="Object 6"/>
          <p:cNvGraphicFramePr>
            <a:graphicFrameLocks noChangeAspect="1"/>
          </p:cNvGraphicFramePr>
          <p:nvPr/>
        </p:nvGraphicFramePr>
        <p:xfrm>
          <a:off x="1763688" y="6220544"/>
          <a:ext cx="85725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54" name="Equation" r:id="rId18" imgW="787320" imgH="279360" progId="Equation.DSMT4">
                  <p:embed/>
                </p:oleObj>
              </mc:Choice>
              <mc:Fallback>
                <p:oleObj name="Equation" r:id="rId18" imgW="787320" imgH="279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6220544"/>
                        <a:ext cx="857250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6" name="Object 8"/>
          <p:cNvGraphicFramePr>
            <a:graphicFrameLocks noChangeAspect="1"/>
          </p:cNvGraphicFramePr>
          <p:nvPr/>
        </p:nvGraphicFramePr>
        <p:xfrm>
          <a:off x="5508104" y="6056015"/>
          <a:ext cx="1481138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6455" name="Equation" r:id="rId20" imgW="1358640" imgH="495000" progId="Equation.DSMT4">
                  <p:embed/>
                </p:oleObj>
              </mc:Choice>
              <mc:Fallback>
                <p:oleObj name="Equation" r:id="rId20" imgW="1358640" imgH="4950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6056015"/>
                        <a:ext cx="1481138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演示设计">
  <a:themeElements>
    <a:clrScheme name="演示设计 4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B2B2B2"/>
      </a:accent1>
      <a:accent2>
        <a:srgbClr val="5F5F5F"/>
      </a:accent2>
      <a:accent3>
        <a:srgbClr val="FFFFFF"/>
      </a:accent3>
      <a:accent4>
        <a:srgbClr val="000000"/>
      </a:accent4>
      <a:accent5>
        <a:srgbClr val="D5D5D5"/>
      </a:accent5>
      <a:accent6>
        <a:srgbClr val="555555"/>
      </a:accent6>
      <a:hlink>
        <a:srgbClr val="1C1C1C"/>
      </a:hlink>
      <a:folHlink>
        <a:srgbClr val="DDDDDD"/>
      </a:folHlink>
    </a:clrScheme>
    <a:fontScheme name="演示设计">
      <a:majorFont>
        <a:latin typeface="Arial"/>
        <a:ea typeface="黑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演示设计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EAEBB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75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D99F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8A15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7D12"/>
        </a:accent6>
        <a:hlink>
          <a:srgbClr val="463900"/>
        </a:hlink>
        <a:folHlink>
          <a:srgbClr val="FFF0A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C7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66B2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设计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ADE97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nordridesign.com">
  <a:themeElements>
    <a:clrScheme name="3_nordridesign.com 7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5B8CC1"/>
      </a:accent1>
      <a:accent2>
        <a:srgbClr val="2A5682"/>
      </a:accent2>
      <a:accent3>
        <a:srgbClr val="FFFFFF"/>
      </a:accent3>
      <a:accent4>
        <a:srgbClr val="000000"/>
      </a:accent4>
      <a:accent5>
        <a:srgbClr val="B5C5DD"/>
      </a:accent5>
      <a:accent6>
        <a:srgbClr val="254D75"/>
      </a:accent6>
      <a:hlink>
        <a:srgbClr val="002850"/>
      </a:hlink>
      <a:folHlink>
        <a:srgbClr val="66B2FE"/>
      </a:folHlink>
    </a:clrScheme>
    <a:fontScheme name="3_nordridesign.com">
      <a:majorFont>
        <a:latin typeface="Arial"/>
        <a:ea typeface="黑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3_nordridesign.com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DFE0BE"/>
        </a:accent1>
        <a:accent2>
          <a:srgbClr val="D1D46B"/>
        </a:accent2>
        <a:accent3>
          <a:srgbClr val="FFFFFF"/>
        </a:accent3>
        <a:accent4>
          <a:srgbClr val="000000"/>
        </a:accent4>
        <a:accent5>
          <a:srgbClr val="ECEDDB"/>
        </a:accent5>
        <a:accent6>
          <a:srgbClr val="BDC060"/>
        </a:accent6>
        <a:hlink>
          <a:srgbClr val="3A3B11"/>
        </a:hlink>
        <a:folHlink>
          <a:srgbClr val="EAEBB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2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FF0517"/>
        </a:accent1>
        <a:accent2>
          <a:srgbClr val="BC000D"/>
        </a:accent2>
        <a:accent3>
          <a:srgbClr val="FFFFFF"/>
        </a:accent3>
        <a:accent4>
          <a:srgbClr val="000000"/>
        </a:accent4>
        <a:accent5>
          <a:srgbClr val="FFAAAB"/>
        </a:accent5>
        <a:accent6>
          <a:srgbClr val="AA000B"/>
        </a:accent6>
        <a:hlink>
          <a:srgbClr val="3A0004"/>
        </a:hlink>
        <a:folHlink>
          <a:srgbClr val="FF757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BF59B8"/>
        </a:accent1>
        <a:accent2>
          <a:srgbClr val="884183"/>
        </a:accent2>
        <a:accent3>
          <a:srgbClr val="FFFFFF"/>
        </a:accent3>
        <a:accent4>
          <a:srgbClr val="000000"/>
        </a:accent4>
        <a:accent5>
          <a:srgbClr val="DCB5D8"/>
        </a:accent5>
        <a:accent6>
          <a:srgbClr val="7B3A76"/>
        </a:accent6>
        <a:hlink>
          <a:srgbClr val="371535"/>
        </a:hlink>
        <a:folHlink>
          <a:srgbClr val="D99FD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4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B2B2B2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555555"/>
        </a:accent6>
        <a:hlink>
          <a:srgbClr val="1C1C1C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00"/>
        </a:accent1>
        <a:accent2>
          <a:srgbClr val="FF8A15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7D12"/>
        </a:accent6>
        <a:hlink>
          <a:srgbClr val="463900"/>
        </a:hlink>
        <a:folHlink>
          <a:srgbClr val="FFF0A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9021"/>
        </a:accent1>
        <a:accent2>
          <a:srgbClr val="DA5800"/>
        </a:accent2>
        <a:accent3>
          <a:srgbClr val="FFFFFF"/>
        </a:accent3>
        <a:accent4>
          <a:srgbClr val="000000"/>
        </a:accent4>
        <a:accent5>
          <a:srgbClr val="FFC6AB"/>
        </a:accent5>
        <a:accent6>
          <a:srgbClr val="C54F00"/>
        </a:accent6>
        <a:hlink>
          <a:srgbClr val="963D00"/>
        </a:hlink>
        <a:folHlink>
          <a:srgbClr val="FFC78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7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66B2F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nordridesign.com 8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6FC01E"/>
        </a:accent1>
        <a:accent2>
          <a:srgbClr val="4F7913"/>
        </a:accent2>
        <a:accent3>
          <a:srgbClr val="FFFFFF"/>
        </a:accent3>
        <a:accent4>
          <a:srgbClr val="000000"/>
        </a:accent4>
        <a:accent5>
          <a:srgbClr val="BBDCAB"/>
        </a:accent5>
        <a:accent6>
          <a:srgbClr val="476D10"/>
        </a:accent6>
        <a:hlink>
          <a:srgbClr val="26420A"/>
        </a:hlink>
        <a:folHlink>
          <a:srgbClr val="ADE97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nordridesign.com">
  <a:themeElements>
    <a:clrScheme name="2_nordridesign.com 1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5B8CC1"/>
      </a:accent1>
      <a:accent2>
        <a:srgbClr val="2A5682"/>
      </a:accent2>
      <a:accent3>
        <a:srgbClr val="FFFFFF"/>
      </a:accent3>
      <a:accent4>
        <a:srgbClr val="000000"/>
      </a:accent4>
      <a:accent5>
        <a:srgbClr val="B5C5DD"/>
      </a:accent5>
      <a:accent6>
        <a:srgbClr val="254D75"/>
      </a:accent6>
      <a:hlink>
        <a:srgbClr val="002850"/>
      </a:hlink>
      <a:folHlink>
        <a:srgbClr val="2A94FE"/>
      </a:folHlink>
    </a:clrScheme>
    <a:fontScheme name="2_nordridesign.com">
      <a:majorFont>
        <a:latin typeface="Arial"/>
        <a:ea typeface="黑体"/>
        <a:cs typeface=""/>
      </a:majorFont>
      <a:minorFont>
        <a:latin typeface="Arial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1800" b="1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华文细黑" pitchFamily="2" charset="-122"/>
          </a:defRPr>
        </a:defPPr>
      </a:lstStyle>
    </a:lnDef>
  </a:objectDefaults>
  <a:extraClrSchemeLst>
    <a:extraClrScheme>
      <a:clrScheme name="2_nordridesign.com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5B8CC1"/>
        </a:accent1>
        <a:accent2>
          <a:srgbClr val="2A5682"/>
        </a:accent2>
        <a:accent3>
          <a:srgbClr val="FFFFFF"/>
        </a:accent3>
        <a:accent4>
          <a:srgbClr val="000000"/>
        </a:accent4>
        <a:accent5>
          <a:srgbClr val="B5C5DD"/>
        </a:accent5>
        <a:accent6>
          <a:srgbClr val="254D75"/>
        </a:accent6>
        <a:hlink>
          <a:srgbClr val="002850"/>
        </a:hlink>
        <a:folHlink>
          <a:srgbClr val="2A94F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33</Template>
  <TotalTime>10624</TotalTime>
  <Words>5024</Words>
  <Application>Microsoft Office PowerPoint</Application>
  <PresentationFormat>全屏显示(4:3)</PresentationFormat>
  <Paragraphs>1470</Paragraphs>
  <Slides>146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146</vt:i4>
      </vt:variant>
    </vt:vector>
  </HeadingPairs>
  <TitlesOfParts>
    <vt:vector size="164" baseType="lpstr">
      <vt:lpstr>MS UI Gothic</vt:lpstr>
      <vt:lpstr>黑体</vt:lpstr>
      <vt:lpstr>华文楷体</vt:lpstr>
      <vt:lpstr>华文细黑</vt:lpstr>
      <vt:lpstr>楷体</vt:lpstr>
      <vt:lpstr>楷体_GB2312</vt:lpstr>
      <vt:lpstr>宋体</vt:lpstr>
      <vt:lpstr>Arial</vt:lpstr>
      <vt:lpstr>Calibri</vt:lpstr>
      <vt:lpstr>Cambria Math</vt:lpstr>
      <vt:lpstr>Times New Roman</vt:lpstr>
      <vt:lpstr>Wingdings</vt:lpstr>
      <vt:lpstr>演示设计</vt:lpstr>
      <vt:lpstr>3_nordridesign.com</vt:lpstr>
      <vt:lpstr>2_nordridesign.com</vt:lpstr>
      <vt:lpstr>Equation</vt:lpstr>
      <vt:lpstr>AutoCAD Drawing</vt:lpstr>
      <vt:lpstr>AutoCAD.Drawing.16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7-5 对称结构的计算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7-6 两铰拱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7-6 无铰拱</vt:lpstr>
      <vt:lpstr>7-7 无铰拱</vt:lpstr>
      <vt:lpstr>7-7 无铰拱</vt:lpstr>
      <vt:lpstr>7-7 无铰拱</vt:lpstr>
      <vt:lpstr>7-7 无铰拱</vt:lpstr>
      <vt:lpstr>7-7 无铰拱</vt:lpstr>
      <vt:lpstr>7-7 无铰拱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  <vt:lpstr>7-7 支座移动和温度改变时的计算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第二部分 超静定结构</dc:title>
  <dc:creator>XYZ</dc:creator>
  <cp:lastModifiedBy>邓 争志</cp:lastModifiedBy>
  <cp:revision>643</cp:revision>
  <dcterms:created xsi:type="dcterms:W3CDTF">2012-11-28T02:48:41Z</dcterms:created>
  <dcterms:modified xsi:type="dcterms:W3CDTF">2021-11-27T07:09:19Z</dcterms:modified>
</cp:coreProperties>
</file>