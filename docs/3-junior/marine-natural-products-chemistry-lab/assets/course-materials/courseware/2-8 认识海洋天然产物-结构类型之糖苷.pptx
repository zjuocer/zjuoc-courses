
<file path=[Content_Types].xml><?xml version="1.0" encoding="utf-8"?>
<Types xmlns="http://schemas.openxmlformats.org/package/2006/content-types">
  <Default Extension="png" ContentType="image/png"/>
  <Default Extension="bin" ContentType="application/vnd.openxmlformats-officedocument.oleObject"/>
  <Default Extension="emf" ContentType="image/x-emf"/>
  <Default Extension="jpeg" ContentType="image/jpeg"/>
  <Default Extension="rels" ContentType="application/vnd.openxmlformats-package.relationships+xml"/>
  <Default Extension="xml" ContentType="application/xml"/>
  <Default Extension="gif" ContentType="image/gif"/>
  <Default Extension="vml" ContentType="application/vnd.openxmlformats-officedocument.vmlDrawing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21.xml" ContentType="application/vnd.openxmlformats-officedocument.presentationml.slideLayout+xml"/>
  <Override PartName="/ppt/slideLayouts/slideLayout22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notesSlides/notesSlide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  <p:sldMasterId id="2147483660" r:id="rId2"/>
  </p:sldMasterIdLst>
  <p:notesMasterIdLst>
    <p:notesMasterId r:id="rId20"/>
  </p:notesMasterIdLst>
  <p:sldIdLst>
    <p:sldId id="350" r:id="rId3"/>
    <p:sldId id="295" r:id="rId4"/>
    <p:sldId id="359" r:id="rId5"/>
    <p:sldId id="354" r:id="rId6"/>
    <p:sldId id="394" r:id="rId7"/>
    <p:sldId id="398" r:id="rId8"/>
    <p:sldId id="402" r:id="rId9"/>
    <p:sldId id="396" r:id="rId10"/>
    <p:sldId id="395" r:id="rId11"/>
    <p:sldId id="404" r:id="rId12"/>
    <p:sldId id="397" r:id="rId13"/>
    <p:sldId id="405" r:id="rId14"/>
    <p:sldId id="401" r:id="rId15"/>
    <p:sldId id="400" r:id="rId16"/>
    <p:sldId id="399" r:id="rId17"/>
    <p:sldId id="403" r:id="rId18"/>
    <p:sldId id="406" r:id="rId19"/>
  </p:sldIdLst>
  <p:sldSz cx="9144000" cy="6858000" type="screen4x3"/>
  <p:notesSz cx="6858000" cy="9144000"/>
  <p:defaultTextStyle>
    <a:defPPr>
      <a:defRPr lang="zh-CN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0000FF"/>
    <a:srgbClr val="FF00FF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9D7B26C5-4107-4FEC-AEDC-1716B250A1EF}" styleName="浅色样式 1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12700" cmpd="sng">
              <a:solidFill>
                <a:schemeClr val="tx1"/>
              </a:solidFill>
            </a:ln>
          </a:top>
          <a:bottom>
            <a:ln w="12700" cmpd="sng">
              <a:solidFill>
                <a:schemeClr val="tx1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tx1">
              <a:alpha val="2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tx1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12700" cmpd="sng">
              <a:solidFill>
                <a:schemeClr val="tx1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12700" cmpd="sng">
              <a:solidFill>
                <a:schemeClr val="tx1"/>
              </a:solidFill>
            </a:ln>
          </a:bottom>
        </a:tcBdr>
        <a:fill>
          <a:noFill/>
        </a:fill>
      </a:tcStyle>
    </a:firstRow>
  </a:tblStyle>
  <a:tblStyle styleId="{5C22544A-7EE6-4342-B048-85BDC9FD1C3A}" styleName="中度样式 2 - 强调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2935" autoAdjust="0"/>
    <p:restoredTop sz="96177" autoAdjust="0"/>
  </p:normalViewPr>
  <p:slideViewPr>
    <p:cSldViewPr>
      <p:cViewPr>
        <p:scale>
          <a:sx n="60" d="100"/>
          <a:sy n="60" d="100"/>
        </p:scale>
        <p:origin x="0" y="-456"/>
      </p:cViewPr>
      <p:guideLst>
        <p:guide orient="horz" pos="2160"/>
        <p:guide pos="288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6.xml"/><Relationship Id="rId13" Type="http://schemas.openxmlformats.org/officeDocument/2006/relationships/slide" Target="slides/slide11.xml"/><Relationship Id="rId18" Type="http://schemas.openxmlformats.org/officeDocument/2006/relationships/slide" Target="slides/slide16.xml"/><Relationship Id="rId3" Type="http://schemas.openxmlformats.org/officeDocument/2006/relationships/slide" Target="slides/slide1.xml"/><Relationship Id="rId21" Type="http://schemas.openxmlformats.org/officeDocument/2006/relationships/presProps" Target="presProps.xml"/><Relationship Id="rId7" Type="http://schemas.openxmlformats.org/officeDocument/2006/relationships/slide" Target="slides/slide5.xml"/><Relationship Id="rId12" Type="http://schemas.openxmlformats.org/officeDocument/2006/relationships/slide" Target="slides/slide10.xml"/><Relationship Id="rId17" Type="http://schemas.openxmlformats.org/officeDocument/2006/relationships/slide" Target="slides/slide15.xml"/><Relationship Id="rId2" Type="http://schemas.openxmlformats.org/officeDocument/2006/relationships/slideMaster" Target="slideMasters/slideMaster2.xml"/><Relationship Id="rId16" Type="http://schemas.openxmlformats.org/officeDocument/2006/relationships/slide" Target="slides/slide14.xml"/><Relationship Id="rId20" Type="http://schemas.openxmlformats.org/officeDocument/2006/relationships/notesMaster" Target="notesMasters/notesMaster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4.xml"/><Relationship Id="rId11" Type="http://schemas.openxmlformats.org/officeDocument/2006/relationships/slide" Target="slides/slide9.xml"/><Relationship Id="rId24" Type="http://schemas.openxmlformats.org/officeDocument/2006/relationships/tableStyles" Target="tableStyles.xml"/><Relationship Id="rId5" Type="http://schemas.openxmlformats.org/officeDocument/2006/relationships/slide" Target="slides/slide3.xml"/><Relationship Id="rId15" Type="http://schemas.openxmlformats.org/officeDocument/2006/relationships/slide" Target="slides/slide13.xml"/><Relationship Id="rId23" Type="http://schemas.openxmlformats.org/officeDocument/2006/relationships/theme" Target="theme/theme1.xml"/><Relationship Id="rId10" Type="http://schemas.openxmlformats.org/officeDocument/2006/relationships/slide" Target="slides/slide8.xml"/><Relationship Id="rId19" Type="http://schemas.openxmlformats.org/officeDocument/2006/relationships/slide" Target="slides/slide17.xml"/><Relationship Id="rId4" Type="http://schemas.openxmlformats.org/officeDocument/2006/relationships/slide" Target="slides/slide2.xml"/><Relationship Id="rId9" Type="http://schemas.openxmlformats.org/officeDocument/2006/relationships/slide" Target="slides/slide7.xml"/><Relationship Id="rId14" Type="http://schemas.openxmlformats.org/officeDocument/2006/relationships/slide" Target="slides/slide12.xml"/><Relationship Id="rId22" Type="http://schemas.openxmlformats.org/officeDocument/2006/relationships/viewProps" Target="viewProps.xml"/></Relationships>
</file>

<file path=ppt/drawings/_rels/vmlDrawing1.vml.rels><?xml version="1.0" encoding="UTF-8" standalone="yes"?>
<Relationships xmlns="http://schemas.openxmlformats.org/package/2006/relationships"><Relationship Id="rId3" Type="http://schemas.openxmlformats.org/officeDocument/2006/relationships/image" Target="../media/image5.emf"/><Relationship Id="rId2" Type="http://schemas.openxmlformats.org/officeDocument/2006/relationships/image" Target="../media/image4.emf"/><Relationship Id="rId1" Type="http://schemas.openxmlformats.org/officeDocument/2006/relationships/image" Target="../media/image3.emf"/><Relationship Id="rId4" Type="http://schemas.openxmlformats.org/officeDocument/2006/relationships/image" Target="../media/image6.emf"/></Relationships>
</file>

<file path=ppt/drawings/_rels/vmlDrawing2.vml.rels><?xml version="1.0" encoding="UTF-8" standalone="yes"?>
<Relationships xmlns="http://schemas.openxmlformats.org/package/2006/relationships"><Relationship Id="rId3" Type="http://schemas.openxmlformats.org/officeDocument/2006/relationships/image" Target="../media/image9.emf"/><Relationship Id="rId2" Type="http://schemas.openxmlformats.org/officeDocument/2006/relationships/image" Target="../media/image8.emf"/><Relationship Id="rId1" Type="http://schemas.openxmlformats.org/officeDocument/2006/relationships/image" Target="../media/image7.emf"/></Relationships>
</file>

<file path=ppt/drawings/_rels/vmlDrawing3.vml.rels><?xml version="1.0" encoding="UTF-8" standalone="yes"?>
<Relationships xmlns="http://schemas.openxmlformats.org/package/2006/relationships"><Relationship Id="rId2" Type="http://schemas.openxmlformats.org/officeDocument/2006/relationships/image" Target="../media/image11.emf"/><Relationship Id="rId1" Type="http://schemas.openxmlformats.org/officeDocument/2006/relationships/image" Target="../media/image10.emf"/></Relationships>
</file>

<file path=ppt/drawings/_rels/vmlDrawing4.vml.rels><?xml version="1.0" encoding="UTF-8" standalone="yes"?>
<Relationships xmlns="http://schemas.openxmlformats.org/package/2006/relationships"><Relationship Id="rId1" Type="http://schemas.openxmlformats.org/officeDocument/2006/relationships/image" Target="../media/image12.emf"/></Relationships>
</file>

<file path=ppt/drawings/_rels/vmlDrawing5.vml.rels><?xml version="1.0" encoding="UTF-8" standalone="yes"?>
<Relationships xmlns="http://schemas.openxmlformats.org/package/2006/relationships"><Relationship Id="rId1" Type="http://schemas.openxmlformats.org/officeDocument/2006/relationships/image" Target="../media/image13.emf"/></Relationships>
</file>

<file path=ppt/drawings/_rels/vmlDrawing6.vml.rels><?xml version="1.0" encoding="UTF-8" standalone="yes"?>
<Relationships xmlns="http://schemas.openxmlformats.org/package/2006/relationships"><Relationship Id="rId1" Type="http://schemas.openxmlformats.org/officeDocument/2006/relationships/image" Target="../media/image14.emf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页眉占位符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3" name="日期占位符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83F04E47-DDCF-4C26-B61B-B7C48A7F62ED}" type="datetimeFigureOut">
              <a:rPr lang="zh-CN" altLang="en-US" smtClean="0"/>
              <a:t>2020/6/29</a:t>
            </a:fld>
            <a:endParaRPr lang="zh-CN" altLang="en-US"/>
          </a:p>
        </p:txBody>
      </p:sp>
      <p:sp>
        <p:nvSpPr>
          <p:cNvPr id="4" name="幻灯片图像占位符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zh-CN" altLang="en-US"/>
          </a:p>
        </p:txBody>
      </p:sp>
      <p:sp>
        <p:nvSpPr>
          <p:cNvPr id="5" name="备注占位符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zh-CN" altLang="en-US" smtClean="0"/>
              <a:t>单击此处编辑母版文本样式</a:t>
            </a:r>
          </a:p>
          <a:p>
            <a:pPr lvl="1"/>
            <a:r>
              <a:rPr lang="zh-CN" altLang="en-US" smtClean="0"/>
              <a:t>第二级</a:t>
            </a:r>
          </a:p>
          <a:p>
            <a:pPr lvl="2"/>
            <a:r>
              <a:rPr lang="zh-CN" altLang="en-US" smtClean="0"/>
              <a:t>第三级</a:t>
            </a:r>
          </a:p>
          <a:p>
            <a:pPr lvl="3"/>
            <a:r>
              <a:rPr lang="zh-CN" altLang="en-US" smtClean="0"/>
              <a:t>第四级</a:t>
            </a:r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DF89D4B3-F92E-4454-88A9-1B52D080D39E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225643607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7346" name="Slide Image Placeholder 1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sp>
      <p:sp>
        <p:nvSpPr>
          <p:cNvPr id="57347" name="Notes Placeholder 2"/>
          <p:cNvSpPr>
            <a:spLocks noGrp="1"/>
          </p:cNvSpPr>
          <p:nvPr>
            <p:ph type="body" idx="1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pPr eaLnBrk="1" hangingPunct="1">
              <a:spcBef>
                <a:spcPct val="0"/>
              </a:spcBef>
            </a:pPr>
            <a:endParaRPr lang="en-GB" altLang="zh-CN" sz="1400" smtClean="0"/>
          </a:p>
        </p:txBody>
      </p:sp>
      <p:sp>
        <p:nvSpPr>
          <p:cNvPr id="57348" name="Slide Number Placeholder 3"/>
          <p:cNvSpPr>
            <a:spLocks noGrp="1"/>
          </p:cNvSpPr>
          <p:nvPr>
            <p:ph type="sldNum" sz="quarter" idx="5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numCol="1" anchorCtr="0" compatLnSpc="1">
            <a:prstTxWarp prst="textNoShape">
              <a:avLst/>
            </a:prstTxWarp>
          </a:bodyPr>
          <a:lstStyle>
            <a:lvl1pPr>
              <a:defRPr>
                <a:solidFill>
                  <a:schemeClr val="tx1"/>
                </a:solidFill>
                <a:latin typeface="Tahoma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Tahoma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Tahoma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Tahoma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Tahoma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itchFamily="34" charset="0"/>
              </a:defRPr>
            </a:lvl9pPr>
          </a:lstStyle>
          <a:p>
            <a:fld id="{F582D0BD-BC72-4371-A99D-2C93502AABF8}" type="slidenum">
              <a:rPr lang="en-GB" altLang="zh-CN">
                <a:solidFill>
                  <a:prstClr val="black"/>
                </a:solidFill>
              </a:rPr>
              <a:pPr/>
              <a:t>1</a:t>
            </a:fld>
            <a:endParaRPr lang="en-GB" altLang="zh-CN">
              <a:solidFill>
                <a:prstClr val="black"/>
              </a:solidFill>
            </a:endParaRPr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副标题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zh-CN" altLang="en-US" smtClean="0"/>
              <a:t>单击此处编辑母版副标题样式</a:t>
            </a:r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17F2D7D-2CD5-4023-AA6E-28D149C8CA3D}" type="datetimeFigureOut">
              <a:rPr lang="zh-CN" altLang="en-US" smtClean="0"/>
              <a:t>2020/6/29</a:t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BDFBD05-DAF7-476E-AC3A-FF9D90405B14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263141197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zh-CN" altLang="en-US" smtClean="0"/>
              <a:t>单击此处编辑母版文本样式</a:t>
            </a:r>
          </a:p>
          <a:p>
            <a:pPr lvl="1"/>
            <a:r>
              <a:rPr lang="zh-CN" altLang="en-US" smtClean="0"/>
              <a:t>第二级</a:t>
            </a:r>
          </a:p>
          <a:p>
            <a:pPr lvl="2"/>
            <a:r>
              <a:rPr lang="zh-CN" altLang="en-US" smtClean="0"/>
              <a:t>第三级</a:t>
            </a:r>
          </a:p>
          <a:p>
            <a:pPr lvl="3"/>
            <a:r>
              <a:rPr lang="zh-CN" altLang="en-US" smtClean="0"/>
              <a:t>第四级</a:t>
            </a:r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17F2D7D-2CD5-4023-AA6E-28D149C8CA3D}" type="datetimeFigureOut">
              <a:rPr lang="zh-CN" altLang="en-US" smtClean="0"/>
              <a:t>2020/6/29</a:t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BDFBD05-DAF7-476E-AC3A-FF9D90405B14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571542540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zh-CN" altLang="en-US" smtClean="0"/>
              <a:t>单击此处编辑母版文本样式</a:t>
            </a:r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17F2D7D-2CD5-4023-AA6E-28D149C8CA3D}" type="datetimeFigureOut">
              <a:rPr lang="zh-CN" altLang="en-US" smtClean="0"/>
              <a:t>2020/6/29</a:t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BDFBD05-DAF7-476E-AC3A-FF9D90405B14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6634609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内容占位符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zh-CN" altLang="en-US" smtClean="0"/>
              <a:t>单击此处编辑母版文本样式</a:t>
            </a:r>
          </a:p>
          <a:p>
            <a:pPr lvl="1"/>
            <a:r>
              <a:rPr lang="zh-CN" altLang="en-US" smtClean="0"/>
              <a:t>第二级</a:t>
            </a:r>
          </a:p>
          <a:p>
            <a:pPr lvl="2"/>
            <a:r>
              <a:rPr lang="zh-CN" altLang="en-US" smtClean="0"/>
              <a:t>第三级</a:t>
            </a:r>
          </a:p>
          <a:p>
            <a:pPr lvl="3"/>
            <a:r>
              <a:rPr lang="zh-CN" altLang="en-US" smtClean="0"/>
              <a:t>第四级</a:t>
            </a:r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zh-CN" altLang="en-US" smtClean="0"/>
              <a:t>单击此处编辑母版文本样式</a:t>
            </a:r>
          </a:p>
          <a:p>
            <a:pPr lvl="1"/>
            <a:r>
              <a:rPr lang="zh-CN" altLang="en-US" smtClean="0"/>
              <a:t>第二级</a:t>
            </a:r>
          </a:p>
          <a:p>
            <a:pPr lvl="2"/>
            <a:r>
              <a:rPr lang="zh-CN" altLang="en-US" smtClean="0"/>
              <a:t>第三级</a:t>
            </a:r>
          </a:p>
          <a:p>
            <a:pPr lvl="3"/>
            <a:r>
              <a:rPr lang="zh-CN" altLang="en-US" smtClean="0"/>
              <a:t>第四级</a:t>
            </a:r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17F2D7D-2CD5-4023-AA6E-28D149C8CA3D}" type="datetimeFigureOut">
              <a:rPr lang="zh-CN" altLang="en-US" smtClean="0"/>
              <a:t>2020/6/29</a:t>
            </a:fld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BDFBD05-DAF7-476E-AC3A-FF9D90405B14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77065872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 smtClean="0"/>
              <a:t>单击此处编辑母版文本样式</a:t>
            </a:r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zh-CN" altLang="en-US" smtClean="0"/>
              <a:t>单击此处编辑母版文本样式</a:t>
            </a:r>
          </a:p>
          <a:p>
            <a:pPr lvl="1"/>
            <a:r>
              <a:rPr lang="zh-CN" altLang="en-US" smtClean="0"/>
              <a:t>第二级</a:t>
            </a:r>
          </a:p>
          <a:p>
            <a:pPr lvl="2"/>
            <a:r>
              <a:rPr lang="zh-CN" altLang="en-US" smtClean="0"/>
              <a:t>第三级</a:t>
            </a:r>
          </a:p>
          <a:p>
            <a:pPr lvl="3"/>
            <a:r>
              <a:rPr lang="zh-CN" altLang="en-US" smtClean="0"/>
              <a:t>第四级</a:t>
            </a:r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5" name="文本占位符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 smtClean="0"/>
              <a:t>单击此处编辑母版文本样式</a:t>
            </a:r>
          </a:p>
        </p:txBody>
      </p:sp>
      <p:sp>
        <p:nvSpPr>
          <p:cNvPr id="6" name="内容占位符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zh-CN" altLang="en-US" smtClean="0"/>
              <a:t>单击此处编辑母版文本样式</a:t>
            </a:r>
          </a:p>
          <a:p>
            <a:pPr lvl="1"/>
            <a:r>
              <a:rPr lang="zh-CN" altLang="en-US" smtClean="0"/>
              <a:t>第二级</a:t>
            </a:r>
          </a:p>
          <a:p>
            <a:pPr lvl="2"/>
            <a:r>
              <a:rPr lang="zh-CN" altLang="en-US" smtClean="0"/>
              <a:t>第三级</a:t>
            </a:r>
          </a:p>
          <a:p>
            <a:pPr lvl="3"/>
            <a:r>
              <a:rPr lang="zh-CN" altLang="en-US" smtClean="0"/>
              <a:t>第四级</a:t>
            </a:r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7" name="日期占位符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17F2D7D-2CD5-4023-AA6E-28D149C8CA3D}" type="datetimeFigureOut">
              <a:rPr lang="zh-CN" altLang="en-US" smtClean="0"/>
              <a:t>2020/6/29</a:t>
            </a:fld>
            <a:endParaRPr lang="zh-CN" altLang="en-US"/>
          </a:p>
        </p:txBody>
      </p:sp>
      <p:sp>
        <p:nvSpPr>
          <p:cNvPr id="8" name="页脚占位符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9" name="灯片编号占位符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BDFBD05-DAF7-476E-AC3A-FF9D90405B14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525035212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日期占位符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17F2D7D-2CD5-4023-AA6E-28D149C8CA3D}" type="datetimeFigureOut">
              <a:rPr lang="zh-CN" altLang="en-US" smtClean="0"/>
              <a:t>2020/6/29</a:t>
            </a:fld>
            <a:endParaRPr lang="zh-CN" altLang="en-US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BDFBD05-DAF7-476E-AC3A-FF9D90405B14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350844924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期占位符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17F2D7D-2CD5-4023-AA6E-28D149C8CA3D}" type="datetimeFigureOut">
              <a:rPr lang="zh-CN" altLang="en-US" smtClean="0"/>
              <a:t>2020/6/29</a:t>
            </a:fld>
            <a:endParaRPr lang="zh-CN" altLang="en-US"/>
          </a:p>
        </p:txBody>
      </p:sp>
      <p:sp>
        <p:nvSpPr>
          <p:cNvPr id="3" name="页脚占位符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BDFBD05-DAF7-476E-AC3A-FF9D90405B14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254067623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内容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zh-CN" altLang="en-US" smtClean="0"/>
              <a:t>单击此处编辑母版文本样式</a:t>
            </a:r>
          </a:p>
          <a:p>
            <a:pPr lvl="1"/>
            <a:r>
              <a:rPr lang="zh-CN" altLang="en-US" smtClean="0"/>
              <a:t>第二级</a:t>
            </a:r>
          </a:p>
          <a:p>
            <a:pPr lvl="2"/>
            <a:r>
              <a:rPr lang="zh-CN" altLang="en-US" smtClean="0"/>
              <a:t>第三级</a:t>
            </a:r>
          </a:p>
          <a:p>
            <a:pPr lvl="3"/>
            <a:r>
              <a:rPr lang="zh-CN" altLang="en-US" smtClean="0"/>
              <a:t>第四级</a:t>
            </a:r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zh-CN" altLang="en-US" smtClean="0"/>
              <a:t>单击此处编辑母版文本样式</a:t>
            </a:r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17F2D7D-2CD5-4023-AA6E-28D149C8CA3D}" type="datetimeFigureOut">
              <a:rPr lang="zh-CN" altLang="en-US" smtClean="0"/>
              <a:t>2020/6/29</a:t>
            </a:fld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BDFBD05-DAF7-476E-AC3A-FF9D90405B14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656250169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图片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图片占位符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zh-CN" altLang="en-US"/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zh-CN" altLang="en-US" smtClean="0"/>
              <a:t>单击此处编辑母版文本样式</a:t>
            </a:r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17F2D7D-2CD5-4023-AA6E-28D149C8CA3D}" type="datetimeFigureOut">
              <a:rPr lang="zh-CN" altLang="en-US" smtClean="0"/>
              <a:t>2020/6/29</a:t>
            </a:fld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BDFBD05-DAF7-476E-AC3A-FF9D90405B14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76215780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标题和竖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zh-CN" altLang="en-US" smtClean="0"/>
              <a:t>单击此处编辑母版文本样式</a:t>
            </a:r>
          </a:p>
          <a:p>
            <a:pPr lvl="1"/>
            <a:r>
              <a:rPr lang="zh-CN" altLang="en-US" smtClean="0"/>
              <a:t>第二级</a:t>
            </a:r>
          </a:p>
          <a:p>
            <a:pPr lvl="2"/>
            <a:r>
              <a:rPr lang="zh-CN" altLang="en-US" smtClean="0"/>
              <a:t>第三级</a:t>
            </a:r>
          </a:p>
          <a:p>
            <a:pPr lvl="3"/>
            <a:r>
              <a:rPr lang="zh-CN" altLang="en-US" smtClean="0"/>
              <a:t>第四级</a:t>
            </a:r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17F2D7D-2CD5-4023-AA6E-28D149C8CA3D}" type="datetimeFigureOut">
              <a:rPr lang="zh-CN" altLang="en-US" smtClean="0"/>
              <a:t>2020/6/29</a:t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BDFBD05-DAF7-476E-AC3A-FF9D90405B14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68854692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垂直排列标题与文本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竖排标题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zh-CN" altLang="en-US" smtClean="0"/>
              <a:t>单击此处编辑母版文本样式</a:t>
            </a:r>
          </a:p>
          <a:p>
            <a:pPr lvl="1"/>
            <a:r>
              <a:rPr lang="zh-CN" altLang="en-US" smtClean="0"/>
              <a:t>第二级</a:t>
            </a:r>
          </a:p>
          <a:p>
            <a:pPr lvl="2"/>
            <a:r>
              <a:rPr lang="zh-CN" altLang="en-US" smtClean="0"/>
              <a:t>第三级</a:t>
            </a:r>
          </a:p>
          <a:p>
            <a:pPr lvl="3"/>
            <a:r>
              <a:rPr lang="zh-CN" altLang="en-US" smtClean="0"/>
              <a:t>第四级</a:t>
            </a:r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17F2D7D-2CD5-4023-AA6E-28D149C8CA3D}" type="datetimeFigureOut">
              <a:rPr lang="zh-CN" altLang="en-US" smtClean="0"/>
              <a:t>2020/6/29</a:t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BDFBD05-DAF7-476E-AC3A-FF9D90405B14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4143832733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Freeform 4"/>
          <p:cNvSpPr>
            <a:spLocks/>
          </p:cNvSpPr>
          <p:nvPr/>
        </p:nvSpPr>
        <p:spPr bwMode="auto">
          <a:xfrm>
            <a:off x="285750" y="2803525"/>
            <a:ext cx="1588" cy="3035300"/>
          </a:xfrm>
          <a:custGeom>
            <a:avLst/>
            <a:gdLst>
              <a:gd name="T0" fmla="*/ 0 w 1588"/>
              <a:gd name="T1" fmla="*/ 0 h 1912"/>
              <a:gd name="T2" fmla="*/ 0 w 1588"/>
              <a:gd name="T3" fmla="*/ 2147483647 h 1912"/>
              <a:gd name="T4" fmla="*/ 0 w 1588"/>
              <a:gd name="T5" fmla="*/ 2147483647 h 1912"/>
              <a:gd name="T6" fmla="*/ 0 w 1588"/>
              <a:gd name="T7" fmla="*/ 2147483647 h 1912"/>
              <a:gd name="T8" fmla="*/ 0 w 1588"/>
              <a:gd name="T9" fmla="*/ 2147483647 h 1912"/>
              <a:gd name="T10" fmla="*/ 0 w 1588"/>
              <a:gd name="T11" fmla="*/ 2147483647 h 1912"/>
              <a:gd name="T12" fmla="*/ 0 w 1588"/>
              <a:gd name="T13" fmla="*/ 0 h 1912"/>
              <a:gd name="T14" fmla="*/ 0 w 1588"/>
              <a:gd name="T15" fmla="*/ 0 h 1912"/>
              <a:gd name="T16" fmla="*/ 0 60000 65536"/>
              <a:gd name="T17" fmla="*/ 0 60000 65536"/>
              <a:gd name="T18" fmla="*/ 0 60000 65536"/>
              <a:gd name="T19" fmla="*/ 0 60000 65536"/>
              <a:gd name="T20" fmla="*/ 0 60000 65536"/>
              <a:gd name="T21" fmla="*/ 0 60000 65536"/>
              <a:gd name="T22" fmla="*/ 0 60000 65536"/>
              <a:gd name="T23" fmla="*/ 0 60000 65536"/>
            </a:gdLst>
            <a:ahLst/>
            <a:cxnLst>
              <a:cxn ang="T16">
                <a:pos x="T0" y="T1"/>
              </a:cxn>
              <a:cxn ang="T17">
                <a:pos x="T2" y="T3"/>
              </a:cxn>
              <a:cxn ang="T18">
                <a:pos x="T4" y="T5"/>
              </a:cxn>
              <a:cxn ang="T19">
                <a:pos x="T6" y="T7"/>
              </a:cxn>
              <a:cxn ang="T20">
                <a:pos x="T8" y="T9"/>
              </a:cxn>
              <a:cxn ang="T21">
                <a:pos x="T10" y="T11"/>
              </a:cxn>
              <a:cxn ang="T22">
                <a:pos x="T12" y="T13"/>
              </a:cxn>
              <a:cxn ang="T23">
                <a:pos x="T14" y="T15"/>
              </a:cxn>
            </a:cxnLst>
            <a:rect l="0" t="0" r="r" b="b"/>
            <a:pathLst>
              <a:path w="1588" h="1912">
                <a:moveTo>
                  <a:pt x="0" y="0"/>
                </a:moveTo>
                <a:lnTo>
                  <a:pt x="0" y="6"/>
                </a:lnTo>
                <a:lnTo>
                  <a:pt x="0" y="60"/>
                </a:lnTo>
                <a:lnTo>
                  <a:pt x="0" y="1912"/>
                </a:lnTo>
                <a:lnTo>
                  <a:pt x="0" y="0"/>
                </a:lnTo>
                <a:close/>
              </a:path>
            </a:pathLst>
          </a:custGeom>
          <a:solidFill>
            <a:srgbClr val="6BBA27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/>
          <a:lstStyle/>
          <a:p>
            <a:pPr eaLnBrk="0" fontAlgn="base" hangingPunct="0">
              <a:spcBef>
                <a:spcPct val="0"/>
              </a:spcBef>
              <a:spcAft>
                <a:spcPct val="0"/>
              </a:spcAft>
            </a:pPr>
            <a:endParaRPr lang="zh-CN" altLang="en-US" smtClean="0">
              <a:solidFill>
                <a:srgbClr val="010199"/>
              </a:solidFill>
            </a:endParaRPr>
          </a:p>
        </p:txBody>
      </p:sp>
      <p:sp>
        <p:nvSpPr>
          <p:cNvPr id="5122" name="Rectangle 2"/>
          <p:cNvSpPr>
            <a:spLocks noGrp="1" noChangeArrowheads="1"/>
          </p:cNvSpPr>
          <p:nvPr>
            <p:ph type="ctrTitle" sz="quarter"/>
          </p:nvPr>
        </p:nvSpPr>
        <p:spPr>
          <a:xfrm>
            <a:off x="685800" y="1997075"/>
            <a:ext cx="7772400" cy="1431925"/>
          </a:xfrm>
        </p:spPr>
        <p:txBody>
          <a:bodyPr anchor="b" anchorCtr="1"/>
          <a:lstStyle>
            <a:lvl1pPr algn="ctr"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5123" name="Rectangle 3"/>
          <p:cNvSpPr>
            <a:spLocks noGrp="1" noChangeArrowheads="1"/>
          </p:cNvSpPr>
          <p:nvPr>
            <p:ph type="subTitle" sz="quarter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FontTx/>
              <a:buNone/>
              <a:defRPr/>
            </a:lvl1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5" name="Rectangle 5"/>
          <p:cNvSpPr>
            <a:spLocks noGrp="1" noChangeArrowheads="1"/>
          </p:cNvSpPr>
          <p:nvPr>
            <p:ph type="ftr" sz="quarter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zh-CN" altLang="zh-CN">
              <a:solidFill>
                <a:srgbClr val="010199"/>
              </a:solidFill>
            </a:endParaRPr>
          </a:p>
        </p:txBody>
      </p:sp>
      <p:sp>
        <p:nvSpPr>
          <p:cNvPr id="6" name="Rectangle 6"/>
          <p:cNvSpPr>
            <a:spLocks noGrp="1" noChangeArrowheads="1"/>
          </p:cNvSpPr>
          <p:nvPr>
            <p:ph type="sldNum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212AB603-56F1-40C2-ACFD-A8C109FF9F16}" type="slidenum">
              <a:rPr lang="en-US" altLang="zh-CN">
                <a:solidFill>
                  <a:srgbClr val="010199"/>
                </a:solidFill>
              </a:rPr>
              <a:pPr>
                <a:defRPr/>
              </a:pPr>
              <a:t>‹#›</a:t>
            </a:fld>
            <a:endParaRPr lang="en-US" altLang="zh-CN">
              <a:solidFill>
                <a:srgbClr val="010199"/>
              </a:solidFill>
            </a:endParaRPr>
          </a:p>
        </p:txBody>
      </p:sp>
      <p:sp>
        <p:nvSpPr>
          <p:cNvPr id="7" name="Rectangle 7"/>
          <p:cNvSpPr>
            <a:spLocks noGrp="1" noChangeArrowheads="1"/>
          </p:cNvSpPr>
          <p:nvPr>
            <p:ph type="dt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zh-CN" altLang="zh-CN">
              <a:solidFill>
                <a:srgbClr val="010199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946741884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zh-CN" altLang="zh-CN">
              <a:solidFill>
                <a:srgbClr val="010199"/>
              </a:solidFill>
            </a:endParaRPr>
          </a:p>
        </p:txBody>
      </p:sp>
      <p:sp>
        <p:nvSpPr>
          <p:cNvPr id="5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zh-CN" altLang="zh-CN">
              <a:solidFill>
                <a:srgbClr val="010199"/>
              </a:solidFill>
            </a:endParaRPr>
          </a:p>
        </p:txBody>
      </p:sp>
      <p:sp>
        <p:nvSpPr>
          <p:cNvPr id="6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9244DE39-8B2C-41A3-9C16-35D5160EBD85}" type="slidenum">
              <a:rPr lang="en-US" altLang="zh-CN">
                <a:solidFill>
                  <a:srgbClr val="010199"/>
                </a:solidFill>
              </a:rPr>
              <a:pPr>
                <a:defRPr/>
              </a:pPr>
              <a:t>‹#›</a:t>
            </a:fld>
            <a:endParaRPr lang="en-US" altLang="zh-CN">
              <a:solidFill>
                <a:srgbClr val="010199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596681914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/>
            </a:lvl1pPr>
            <a:lvl2pPr marL="457200" indent="0">
              <a:buNone/>
              <a:defRPr sz="1800"/>
            </a:lvl2pPr>
            <a:lvl3pPr marL="914400" indent="0">
              <a:buNone/>
              <a:defRPr sz="1600"/>
            </a:lvl3pPr>
            <a:lvl4pPr marL="1371600" indent="0">
              <a:buNone/>
              <a:defRPr sz="1400"/>
            </a:lvl4pPr>
            <a:lvl5pPr marL="1828800" indent="0">
              <a:buNone/>
              <a:defRPr sz="1400"/>
            </a:lvl5pPr>
            <a:lvl6pPr marL="2286000" indent="0">
              <a:buNone/>
              <a:defRPr sz="1400"/>
            </a:lvl6pPr>
            <a:lvl7pPr marL="2743200" indent="0">
              <a:buNone/>
              <a:defRPr sz="1400"/>
            </a:lvl7pPr>
            <a:lvl8pPr marL="3200400" indent="0">
              <a:buNone/>
              <a:defRPr sz="1400"/>
            </a:lvl8pPr>
            <a:lvl9pPr marL="3657600" indent="0">
              <a:buNone/>
              <a:defRPr sz="14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zh-CN" altLang="zh-CN">
              <a:solidFill>
                <a:srgbClr val="010199"/>
              </a:solidFill>
            </a:endParaRPr>
          </a:p>
        </p:txBody>
      </p:sp>
      <p:sp>
        <p:nvSpPr>
          <p:cNvPr id="5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zh-CN" altLang="zh-CN">
              <a:solidFill>
                <a:srgbClr val="010199"/>
              </a:solidFill>
            </a:endParaRPr>
          </a:p>
        </p:txBody>
      </p:sp>
      <p:sp>
        <p:nvSpPr>
          <p:cNvPr id="6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6E503062-EDEC-4C87-91EE-231FD9609B75}" type="slidenum">
              <a:rPr lang="en-US" altLang="zh-CN">
                <a:solidFill>
                  <a:srgbClr val="010199"/>
                </a:solidFill>
              </a:rPr>
              <a:pPr>
                <a:defRPr/>
              </a:pPr>
              <a:t>‹#›</a:t>
            </a:fld>
            <a:endParaRPr lang="en-US" altLang="zh-CN">
              <a:solidFill>
                <a:srgbClr val="010199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344106096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905000"/>
            <a:ext cx="4038600" cy="4114800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905000"/>
            <a:ext cx="4038600" cy="4114800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zh-CN" altLang="zh-CN">
              <a:solidFill>
                <a:srgbClr val="010199"/>
              </a:solidFill>
            </a:endParaRPr>
          </a:p>
        </p:txBody>
      </p:sp>
      <p:sp>
        <p:nvSpPr>
          <p:cNvPr id="6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zh-CN" altLang="zh-CN">
              <a:solidFill>
                <a:srgbClr val="010199"/>
              </a:solidFill>
            </a:endParaRPr>
          </a:p>
        </p:txBody>
      </p:sp>
      <p:sp>
        <p:nvSpPr>
          <p:cNvPr id="7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B730A5ED-A6B5-4283-954A-ACC5A486AE07}" type="slidenum">
              <a:rPr lang="en-US" altLang="zh-CN">
                <a:solidFill>
                  <a:srgbClr val="010199"/>
                </a:solidFill>
              </a:rPr>
              <a:pPr>
                <a:defRPr/>
              </a:pPr>
              <a:t>‹#›</a:t>
            </a:fld>
            <a:endParaRPr lang="en-US" altLang="zh-CN">
              <a:solidFill>
                <a:srgbClr val="010199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292198474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</p:spPr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zh-CN" altLang="zh-CN">
              <a:solidFill>
                <a:srgbClr val="010199"/>
              </a:solidFill>
            </a:endParaRPr>
          </a:p>
        </p:txBody>
      </p:sp>
      <p:sp>
        <p:nvSpPr>
          <p:cNvPr id="8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zh-CN" altLang="zh-CN">
              <a:solidFill>
                <a:srgbClr val="010199"/>
              </a:solidFill>
            </a:endParaRPr>
          </a:p>
        </p:txBody>
      </p:sp>
      <p:sp>
        <p:nvSpPr>
          <p:cNvPr id="9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FDCB35C2-FF72-4D6E-AFCF-13F1BC21BC71}" type="slidenum">
              <a:rPr lang="en-US" altLang="zh-CN">
                <a:solidFill>
                  <a:srgbClr val="010199"/>
                </a:solidFill>
              </a:rPr>
              <a:pPr>
                <a:defRPr/>
              </a:pPr>
              <a:t>‹#›</a:t>
            </a:fld>
            <a:endParaRPr lang="en-US" altLang="zh-CN">
              <a:solidFill>
                <a:srgbClr val="010199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4017275987"/>
      </p:ext>
    </p:extLst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zh-CN" altLang="zh-CN">
              <a:solidFill>
                <a:srgbClr val="010199"/>
              </a:solidFill>
            </a:endParaRPr>
          </a:p>
        </p:txBody>
      </p:sp>
      <p:sp>
        <p:nvSpPr>
          <p:cNvPr id="4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zh-CN" altLang="zh-CN">
              <a:solidFill>
                <a:srgbClr val="010199"/>
              </a:solidFill>
            </a:endParaRPr>
          </a:p>
        </p:txBody>
      </p:sp>
      <p:sp>
        <p:nvSpPr>
          <p:cNvPr id="5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9A71F221-A7A0-44E7-BF4D-E2D8DB48BAB6}" type="slidenum">
              <a:rPr lang="en-US" altLang="zh-CN">
                <a:solidFill>
                  <a:srgbClr val="010199"/>
                </a:solidFill>
              </a:rPr>
              <a:pPr>
                <a:defRPr/>
              </a:pPr>
              <a:t>‹#›</a:t>
            </a:fld>
            <a:endParaRPr lang="en-US" altLang="zh-CN">
              <a:solidFill>
                <a:srgbClr val="010199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849528901"/>
      </p:ext>
    </p:extLst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zh-CN" altLang="zh-CN">
              <a:solidFill>
                <a:srgbClr val="010199"/>
              </a:solidFill>
            </a:endParaRPr>
          </a:p>
        </p:txBody>
      </p:sp>
      <p:sp>
        <p:nvSpPr>
          <p:cNvPr id="3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zh-CN" altLang="zh-CN">
              <a:solidFill>
                <a:srgbClr val="010199"/>
              </a:solidFill>
            </a:endParaRPr>
          </a:p>
        </p:txBody>
      </p:sp>
      <p:sp>
        <p:nvSpPr>
          <p:cNvPr id="4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1513BC7E-E1A6-4DFF-9C73-70C4CB633159}" type="slidenum">
              <a:rPr lang="en-US" altLang="zh-CN">
                <a:solidFill>
                  <a:srgbClr val="010199"/>
                </a:solidFill>
              </a:rPr>
              <a:pPr>
                <a:defRPr/>
              </a:pPr>
              <a:t>‹#›</a:t>
            </a:fld>
            <a:endParaRPr lang="en-US" altLang="zh-CN">
              <a:solidFill>
                <a:srgbClr val="010199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028513522"/>
      </p:ext>
    </p:extLst>
  </p:cSld>
  <p:clrMapOvr>
    <a:masterClrMapping/>
  </p:clrMapOvr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zh-CN" altLang="zh-CN">
              <a:solidFill>
                <a:srgbClr val="010199"/>
              </a:solidFill>
            </a:endParaRPr>
          </a:p>
        </p:txBody>
      </p:sp>
      <p:sp>
        <p:nvSpPr>
          <p:cNvPr id="6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zh-CN" altLang="zh-CN">
              <a:solidFill>
                <a:srgbClr val="010199"/>
              </a:solidFill>
            </a:endParaRPr>
          </a:p>
        </p:txBody>
      </p:sp>
      <p:sp>
        <p:nvSpPr>
          <p:cNvPr id="7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542E17FB-1BB7-4D20-9E98-046EE7C33875}" type="slidenum">
              <a:rPr lang="en-US" altLang="zh-CN">
                <a:solidFill>
                  <a:srgbClr val="010199"/>
                </a:solidFill>
              </a:rPr>
              <a:pPr>
                <a:defRPr/>
              </a:pPr>
              <a:t>‹#›</a:t>
            </a:fld>
            <a:endParaRPr lang="en-US" altLang="zh-CN">
              <a:solidFill>
                <a:srgbClr val="010199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028779097"/>
      </p:ext>
    </p:extLst>
  </p:cSld>
  <p:clrMapOvr>
    <a:masterClrMapping/>
  </p:clrMapOvr>
</p:sldLayout>
</file>

<file path=ppt/slideLayouts/slideLayout20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pPr lvl="0"/>
            <a:endParaRPr lang="en-US" noProof="0" smtClean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zh-CN" altLang="zh-CN">
              <a:solidFill>
                <a:srgbClr val="010199"/>
              </a:solidFill>
            </a:endParaRPr>
          </a:p>
        </p:txBody>
      </p:sp>
      <p:sp>
        <p:nvSpPr>
          <p:cNvPr id="6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zh-CN" altLang="zh-CN">
              <a:solidFill>
                <a:srgbClr val="010199"/>
              </a:solidFill>
            </a:endParaRPr>
          </a:p>
        </p:txBody>
      </p:sp>
      <p:sp>
        <p:nvSpPr>
          <p:cNvPr id="7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1DA3EAF9-A129-405C-BB96-4BA5CE8D2CDF}" type="slidenum">
              <a:rPr lang="en-US" altLang="zh-CN">
                <a:solidFill>
                  <a:srgbClr val="010199"/>
                </a:solidFill>
              </a:rPr>
              <a:pPr>
                <a:defRPr/>
              </a:pPr>
              <a:t>‹#›</a:t>
            </a:fld>
            <a:endParaRPr lang="en-US" altLang="zh-CN">
              <a:solidFill>
                <a:srgbClr val="010199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937291273"/>
      </p:ext>
    </p:extLst>
  </p:cSld>
  <p:clrMapOvr>
    <a:masterClrMapping/>
  </p:clrMapOvr>
</p:sldLayout>
</file>

<file path=ppt/slideLayouts/slideLayout2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zh-CN" altLang="zh-CN">
              <a:solidFill>
                <a:srgbClr val="010199"/>
              </a:solidFill>
            </a:endParaRPr>
          </a:p>
        </p:txBody>
      </p:sp>
      <p:sp>
        <p:nvSpPr>
          <p:cNvPr id="5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zh-CN" altLang="zh-CN">
              <a:solidFill>
                <a:srgbClr val="010199"/>
              </a:solidFill>
            </a:endParaRPr>
          </a:p>
        </p:txBody>
      </p:sp>
      <p:sp>
        <p:nvSpPr>
          <p:cNvPr id="6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5379E4B1-B749-43D6-8A03-8567B35D8808}" type="slidenum">
              <a:rPr lang="en-US" altLang="zh-CN">
                <a:solidFill>
                  <a:srgbClr val="010199"/>
                </a:solidFill>
              </a:rPr>
              <a:pPr>
                <a:defRPr/>
              </a:pPr>
              <a:t>‹#›</a:t>
            </a:fld>
            <a:endParaRPr lang="en-US" altLang="zh-CN">
              <a:solidFill>
                <a:srgbClr val="010199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124844339"/>
      </p:ext>
    </p:extLst>
  </p:cSld>
  <p:clrMapOvr>
    <a:masterClrMapping/>
  </p:clrMapOvr>
</p:sldLayout>
</file>

<file path=ppt/slideLayouts/slideLayout22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92100"/>
            <a:ext cx="2057400" cy="5727700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92100"/>
            <a:ext cx="6019800" cy="5727700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zh-CN" altLang="zh-CN">
              <a:solidFill>
                <a:srgbClr val="010199"/>
              </a:solidFill>
            </a:endParaRPr>
          </a:p>
        </p:txBody>
      </p:sp>
      <p:sp>
        <p:nvSpPr>
          <p:cNvPr id="5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zh-CN" altLang="zh-CN">
              <a:solidFill>
                <a:srgbClr val="010199"/>
              </a:solidFill>
            </a:endParaRPr>
          </a:p>
        </p:txBody>
      </p:sp>
      <p:sp>
        <p:nvSpPr>
          <p:cNvPr id="6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4C3389D9-CE6B-4F64-8BC6-C1DFE512AADB}" type="slidenum">
              <a:rPr lang="en-US" altLang="zh-CN">
                <a:solidFill>
                  <a:srgbClr val="010199"/>
                </a:solidFill>
              </a:rPr>
              <a:pPr>
                <a:defRPr/>
              </a:pPr>
              <a:t>‹#›</a:t>
            </a:fld>
            <a:endParaRPr lang="en-US" altLang="zh-CN">
              <a:solidFill>
                <a:srgbClr val="010199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607910428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_rels/slideMaster2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19.xml"/><Relationship Id="rId3" Type="http://schemas.openxmlformats.org/officeDocument/2006/relationships/slideLayout" Target="../slideLayouts/slideLayout14.xml"/><Relationship Id="rId7" Type="http://schemas.openxmlformats.org/officeDocument/2006/relationships/slideLayout" Target="../slideLayouts/slideLayout18.xml"/><Relationship Id="rId12" Type="http://schemas.openxmlformats.org/officeDocument/2006/relationships/theme" Target="../theme/theme2.xml"/><Relationship Id="rId2" Type="http://schemas.openxmlformats.org/officeDocument/2006/relationships/slideLayout" Target="../slideLayouts/slideLayout13.xml"/><Relationship Id="rId1" Type="http://schemas.openxmlformats.org/officeDocument/2006/relationships/slideLayout" Target="../slideLayouts/slideLayout12.xml"/><Relationship Id="rId6" Type="http://schemas.openxmlformats.org/officeDocument/2006/relationships/slideLayout" Target="../slideLayouts/slideLayout17.xml"/><Relationship Id="rId11" Type="http://schemas.openxmlformats.org/officeDocument/2006/relationships/slideLayout" Target="../slideLayouts/slideLayout22.xml"/><Relationship Id="rId5" Type="http://schemas.openxmlformats.org/officeDocument/2006/relationships/slideLayout" Target="../slideLayouts/slideLayout16.xml"/><Relationship Id="rId10" Type="http://schemas.openxmlformats.org/officeDocument/2006/relationships/slideLayout" Target="../slideLayouts/slideLayout21.xml"/><Relationship Id="rId4" Type="http://schemas.openxmlformats.org/officeDocument/2006/relationships/slideLayout" Target="../slideLayouts/slideLayout15.xml"/><Relationship Id="rId9" Type="http://schemas.openxmlformats.org/officeDocument/2006/relationships/slideLayout" Target="../slideLayouts/slideLayout20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占位符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zh-CN" altLang="en-US" smtClean="0"/>
              <a:t>单击此处编辑母版文本样式</a:t>
            </a:r>
          </a:p>
          <a:p>
            <a:pPr lvl="1"/>
            <a:r>
              <a:rPr lang="zh-CN" altLang="en-US" smtClean="0"/>
              <a:t>第二级</a:t>
            </a:r>
          </a:p>
          <a:p>
            <a:pPr lvl="2"/>
            <a:r>
              <a:rPr lang="zh-CN" altLang="en-US" smtClean="0"/>
              <a:t>第三级</a:t>
            </a:r>
          </a:p>
          <a:p>
            <a:pPr lvl="3"/>
            <a:r>
              <a:rPr lang="zh-CN" altLang="en-US" smtClean="0"/>
              <a:t>第四级</a:t>
            </a:r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817F2D7D-2CD5-4023-AA6E-28D149C8CA3D}" type="datetimeFigureOut">
              <a:rPr lang="zh-CN" altLang="en-US" smtClean="0"/>
              <a:t>2020/6/29</a:t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9BDFBD05-DAF7-476E-AC3A-FF9D90405B14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316651726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anose="020B0604020202020204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98" name="Rectangle 2"/>
          <p:cNvSpPr>
            <a:spLocks noGrp="1" noChangeArrowheads="1"/>
          </p:cNvSpPr>
          <p:nvPr>
            <p:ph type="title"/>
          </p:nvPr>
        </p:nvSpPr>
        <p:spPr bwMode="auto">
          <a:xfrm>
            <a:off x="457200" y="292100"/>
            <a:ext cx="8229600" cy="13843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/>
          <a:p>
            <a:pPr lvl="0"/>
            <a:r>
              <a:rPr lang="en-US" smtClean="0"/>
              <a:t>Click to edit Master title style</a:t>
            </a:r>
          </a:p>
        </p:txBody>
      </p:sp>
      <p:sp>
        <p:nvSpPr>
          <p:cNvPr id="4099" name="Rectangle 3"/>
          <p:cNvSpPr>
            <a:spLocks noGrp="1" noChangeArrowheads="1"/>
          </p:cNvSpPr>
          <p:nvPr>
            <p:ph type="body" idx="1"/>
          </p:nvPr>
        </p:nvSpPr>
        <p:spPr bwMode="auto">
          <a:xfrm>
            <a:off x="457200" y="1905000"/>
            <a:ext cx="8229600" cy="41148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</a:p>
        </p:txBody>
      </p:sp>
      <p:sp>
        <p:nvSpPr>
          <p:cNvPr id="4100" name="Rectangle 4"/>
          <p:cNvSpPr>
            <a:spLocks noGrp="1" noChangeArrowheads="1"/>
          </p:cNvSpPr>
          <p:nvPr>
            <p:ph type="dt" sz="half" idx="2"/>
          </p:nvPr>
        </p:nvSpPr>
        <p:spPr bwMode="auto">
          <a:xfrm>
            <a:off x="457200" y="6245225"/>
            <a:ext cx="2133600" cy="4762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b" anchorCtr="0" compatLnSpc="1">
            <a:prstTxWarp prst="textNoShape">
              <a:avLst/>
            </a:prstTxWarp>
          </a:bodyPr>
          <a:lstStyle>
            <a:lvl1pPr eaLnBrk="1" hangingPunct="1">
              <a:defRPr sz="1400">
                <a:effectLst>
                  <a:outerShdw blurRad="38100" dist="38100" dir="2700000" algn="tl">
                    <a:srgbClr val="000000"/>
                  </a:outerShdw>
                </a:effectLst>
                <a:latin typeface="Arial" charset="0"/>
                <a:ea typeface="宋体" charset="-122"/>
              </a:defRPr>
            </a:lvl1pPr>
          </a:lstStyle>
          <a:p>
            <a:pPr fontAlgn="base">
              <a:spcBef>
                <a:spcPct val="0"/>
              </a:spcBef>
              <a:spcAft>
                <a:spcPct val="0"/>
              </a:spcAft>
              <a:defRPr/>
            </a:pPr>
            <a:endParaRPr lang="zh-CN" altLang="zh-CN">
              <a:solidFill>
                <a:srgbClr val="010199"/>
              </a:solidFill>
            </a:endParaRPr>
          </a:p>
        </p:txBody>
      </p:sp>
      <p:sp>
        <p:nvSpPr>
          <p:cNvPr id="4101" name="Rectangle 5"/>
          <p:cNvSpPr>
            <a:spLocks noGrp="1" noChangeArrowheads="1"/>
          </p:cNvSpPr>
          <p:nvPr>
            <p:ph type="ftr" sz="quarter" idx="3"/>
          </p:nvPr>
        </p:nvSpPr>
        <p:spPr bwMode="auto">
          <a:xfrm>
            <a:off x="3124200" y="6245225"/>
            <a:ext cx="2895600" cy="4762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b" anchorCtr="0" compatLnSpc="1">
            <a:prstTxWarp prst="textNoShape">
              <a:avLst/>
            </a:prstTxWarp>
          </a:bodyPr>
          <a:lstStyle>
            <a:lvl1pPr algn="ctr" eaLnBrk="1" hangingPunct="1">
              <a:defRPr sz="1400">
                <a:effectLst>
                  <a:outerShdw blurRad="38100" dist="38100" dir="2700000" algn="tl">
                    <a:srgbClr val="000000"/>
                  </a:outerShdw>
                </a:effectLst>
                <a:latin typeface="Arial" charset="0"/>
                <a:ea typeface="宋体" charset="-122"/>
              </a:defRPr>
            </a:lvl1pPr>
          </a:lstStyle>
          <a:p>
            <a:pPr fontAlgn="base">
              <a:spcBef>
                <a:spcPct val="0"/>
              </a:spcBef>
              <a:spcAft>
                <a:spcPct val="0"/>
              </a:spcAft>
              <a:defRPr/>
            </a:pPr>
            <a:endParaRPr lang="zh-CN" altLang="zh-CN">
              <a:solidFill>
                <a:srgbClr val="010199"/>
              </a:solidFill>
            </a:endParaRPr>
          </a:p>
        </p:txBody>
      </p:sp>
      <p:sp>
        <p:nvSpPr>
          <p:cNvPr id="4102" name="Rectangle 6"/>
          <p:cNvSpPr>
            <a:spLocks noGrp="1" noChangeArrowheads="1"/>
          </p:cNvSpPr>
          <p:nvPr>
            <p:ph type="sldNum" sz="quarter" idx="4"/>
          </p:nvPr>
        </p:nvSpPr>
        <p:spPr bwMode="auto">
          <a:xfrm>
            <a:off x="6553200" y="6245225"/>
            <a:ext cx="2133600" cy="4762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b" anchorCtr="0" compatLnSpc="1">
            <a:prstTxWarp prst="textNoShape">
              <a:avLst/>
            </a:prstTxWarp>
          </a:bodyPr>
          <a:lstStyle>
            <a:lvl1pPr algn="r" eaLnBrk="1" hangingPunct="1">
              <a:defRPr sz="1400">
                <a:effectLst>
                  <a:outerShdw blurRad="38100" dist="38100" dir="2700000" algn="tl">
                    <a:srgbClr val="000000"/>
                  </a:outerShdw>
                </a:effectLst>
                <a:latin typeface="Arial" charset="0"/>
                <a:ea typeface="宋体" charset="-122"/>
              </a:defRPr>
            </a:lvl1pPr>
          </a:lstStyle>
          <a:p>
            <a:pPr fontAlgn="base">
              <a:spcBef>
                <a:spcPct val="0"/>
              </a:spcBef>
              <a:spcAft>
                <a:spcPct val="0"/>
              </a:spcAft>
              <a:defRPr/>
            </a:pPr>
            <a:fld id="{1BE02CC3-7F54-4444-B682-87D61477DCDF}" type="slidenum">
              <a:rPr lang="en-US" altLang="zh-CN">
                <a:solidFill>
                  <a:srgbClr val="010199"/>
                </a:solidFill>
              </a:rPr>
              <a:pPr fontAlgn="base">
                <a:spcBef>
                  <a:spcPct val="0"/>
                </a:spcBef>
                <a:spcAft>
                  <a:spcPct val="0"/>
                </a:spcAft>
                <a:defRPr/>
              </a:pPr>
              <a:t>‹#›</a:t>
            </a:fld>
            <a:endParaRPr lang="en-US" altLang="zh-CN">
              <a:solidFill>
                <a:srgbClr val="010199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515468670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</p:sldLayoutIdLst>
  <p:txStyles>
    <p:titleStyle>
      <a:lvl1pPr algn="l" rtl="0" eaLnBrk="0" fontAlgn="base" hangingPunct="0">
        <a:spcBef>
          <a:spcPct val="0"/>
        </a:spcBef>
        <a:spcAft>
          <a:spcPct val="0"/>
        </a:spcAft>
        <a:defRPr sz="4400">
          <a:solidFill>
            <a:schemeClr val="tx2"/>
          </a:solidFill>
          <a:effectLst>
            <a:outerShdw blurRad="38100" dist="38100" dir="2700000" algn="tl">
              <a:srgbClr val="000000"/>
            </a:outerShdw>
          </a:effectLst>
          <a:latin typeface="+mj-lt"/>
          <a:ea typeface="+mj-ea"/>
          <a:cs typeface="+mj-cs"/>
        </a:defRPr>
      </a:lvl1pPr>
      <a:lvl2pPr algn="l" rtl="0" eaLnBrk="0" fontAlgn="base" hangingPunct="0">
        <a:spcBef>
          <a:spcPct val="0"/>
        </a:spcBef>
        <a:spcAft>
          <a:spcPct val="0"/>
        </a:spcAft>
        <a:defRPr sz="4400">
          <a:solidFill>
            <a:schemeClr val="tx2"/>
          </a:solidFill>
          <a:effectLst>
            <a:outerShdw blurRad="38100" dist="38100" dir="2700000" algn="tl">
              <a:srgbClr val="000000"/>
            </a:outerShdw>
          </a:effectLst>
          <a:latin typeface="Tahoma" pitchFamily="34" charset="0"/>
        </a:defRPr>
      </a:lvl2pPr>
      <a:lvl3pPr algn="l" rtl="0" eaLnBrk="0" fontAlgn="base" hangingPunct="0">
        <a:spcBef>
          <a:spcPct val="0"/>
        </a:spcBef>
        <a:spcAft>
          <a:spcPct val="0"/>
        </a:spcAft>
        <a:defRPr sz="4400">
          <a:solidFill>
            <a:schemeClr val="tx2"/>
          </a:solidFill>
          <a:effectLst>
            <a:outerShdw blurRad="38100" dist="38100" dir="2700000" algn="tl">
              <a:srgbClr val="000000"/>
            </a:outerShdw>
          </a:effectLst>
          <a:latin typeface="Tahoma" pitchFamily="34" charset="0"/>
        </a:defRPr>
      </a:lvl3pPr>
      <a:lvl4pPr algn="l" rtl="0" eaLnBrk="0" fontAlgn="base" hangingPunct="0">
        <a:spcBef>
          <a:spcPct val="0"/>
        </a:spcBef>
        <a:spcAft>
          <a:spcPct val="0"/>
        </a:spcAft>
        <a:defRPr sz="4400">
          <a:solidFill>
            <a:schemeClr val="tx2"/>
          </a:solidFill>
          <a:effectLst>
            <a:outerShdw blurRad="38100" dist="38100" dir="2700000" algn="tl">
              <a:srgbClr val="000000"/>
            </a:outerShdw>
          </a:effectLst>
          <a:latin typeface="Tahoma" pitchFamily="34" charset="0"/>
        </a:defRPr>
      </a:lvl4pPr>
      <a:lvl5pPr algn="l" rtl="0" eaLnBrk="0" fontAlgn="base" hangingPunct="0">
        <a:spcBef>
          <a:spcPct val="0"/>
        </a:spcBef>
        <a:spcAft>
          <a:spcPct val="0"/>
        </a:spcAft>
        <a:defRPr sz="4400">
          <a:solidFill>
            <a:schemeClr val="tx2"/>
          </a:solidFill>
          <a:effectLst>
            <a:outerShdw blurRad="38100" dist="38100" dir="2700000" algn="tl">
              <a:srgbClr val="000000"/>
            </a:outerShdw>
          </a:effectLst>
          <a:latin typeface="Tahoma" pitchFamily="34" charset="0"/>
        </a:defRPr>
      </a:lvl5pPr>
      <a:lvl6pPr marL="457200" algn="l" rtl="0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effectLst>
            <a:outerShdw blurRad="38100" dist="38100" dir="2700000" algn="tl">
              <a:srgbClr val="000000"/>
            </a:outerShdw>
          </a:effectLst>
          <a:latin typeface="Tahoma" pitchFamily="34" charset="0"/>
        </a:defRPr>
      </a:lvl6pPr>
      <a:lvl7pPr marL="914400" algn="l" rtl="0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effectLst>
            <a:outerShdw blurRad="38100" dist="38100" dir="2700000" algn="tl">
              <a:srgbClr val="000000"/>
            </a:outerShdw>
          </a:effectLst>
          <a:latin typeface="Tahoma" pitchFamily="34" charset="0"/>
        </a:defRPr>
      </a:lvl7pPr>
      <a:lvl8pPr marL="1371600" algn="l" rtl="0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effectLst>
            <a:outerShdw blurRad="38100" dist="38100" dir="2700000" algn="tl">
              <a:srgbClr val="000000"/>
            </a:outerShdw>
          </a:effectLst>
          <a:latin typeface="Tahoma" pitchFamily="34" charset="0"/>
        </a:defRPr>
      </a:lvl8pPr>
      <a:lvl9pPr marL="1828800" algn="l" rtl="0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effectLst>
            <a:outerShdw blurRad="38100" dist="38100" dir="2700000" algn="tl">
              <a:srgbClr val="000000"/>
            </a:outerShdw>
          </a:effectLst>
          <a:latin typeface="Tahoma" pitchFamily="34" charset="0"/>
        </a:defRPr>
      </a:lvl9pPr>
    </p:titleStyle>
    <p:bodyStyle>
      <a:lvl1pPr marL="342900" indent="-342900" algn="l" rtl="0" eaLnBrk="0" fontAlgn="base" hangingPunct="0">
        <a:spcBef>
          <a:spcPct val="20000"/>
        </a:spcBef>
        <a:spcAft>
          <a:spcPct val="0"/>
        </a:spcAft>
        <a:buClr>
          <a:schemeClr val="hlink"/>
        </a:buClr>
        <a:buSzPct val="120000"/>
        <a:buChar char="•"/>
        <a:defRPr sz="3200">
          <a:solidFill>
            <a:schemeClr val="tx1"/>
          </a:solidFill>
          <a:effectLst>
            <a:outerShdw blurRad="38100" dist="38100" dir="2700000" algn="tl">
              <a:srgbClr val="000000"/>
            </a:outerShdw>
          </a:effectLst>
          <a:latin typeface="+mn-lt"/>
          <a:ea typeface="+mn-ea"/>
          <a:cs typeface="+mn-cs"/>
        </a:defRPr>
      </a:lvl1pPr>
      <a:lvl2pPr marL="742950" indent="-285750" algn="l" rtl="0" eaLnBrk="0" fontAlgn="base" hangingPunct="0">
        <a:spcBef>
          <a:spcPct val="20000"/>
        </a:spcBef>
        <a:spcAft>
          <a:spcPct val="0"/>
        </a:spcAft>
        <a:buFont typeface="Tahoma" pitchFamily="34" charset="0"/>
        <a:buChar char="–"/>
        <a:defRPr sz="2800">
          <a:solidFill>
            <a:schemeClr val="tx1"/>
          </a:solidFill>
          <a:effectLst>
            <a:outerShdw blurRad="38100" dist="38100" dir="2700000" algn="tl">
              <a:srgbClr val="000000"/>
            </a:outerShdw>
          </a:effectLst>
          <a:latin typeface="+mn-lt"/>
        </a:defRPr>
      </a:lvl2pPr>
      <a:lvl3pPr marL="1143000" indent="-228600" algn="l" rtl="0" eaLnBrk="0" fontAlgn="base" hangingPunct="0">
        <a:spcBef>
          <a:spcPct val="20000"/>
        </a:spcBef>
        <a:spcAft>
          <a:spcPct val="0"/>
        </a:spcAft>
        <a:buClr>
          <a:schemeClr val="hlink"/>
        </a:buClr>
        <a:buSzPct val="120000"/>
        <a:buChar char="•"/>
        <a:defRPr sz="2400">
          <a:solidFill>
            <a:schemeClr val="tx1"/>
          </a:solidFill>
          <a:effectLst>
            <a:outerShdw blurRad="38100" dist="38100" dir="2700000" algn="tl">
              <a:srgbClr val="000000"/>
            </a:outerShdw>
          </a:effectLst>
          <a:latin typeface="+mn-lt"/>
        </a:defRPr>
      </a:lvl3pPr>
      <a:lvl4pPr marL="1600200" indent="-228600" algn="l" rtl="0" eaLnBrk="0" fontAlgn="base" hangingPunct="0">
        <a:spcBef>
          <a:spcPct val="20000"/>
        </a:spcBef>
        <a:spcAft>
          <a:spcPct val="0"/>
        </a:spcAft>
        <a:buFont typeface="Tahoma" pitchFamily="34" charset="0"/>
        <a:buChar char="–"/>
        <a:defRPr sz="2000">
          <a:solidFill>
            <a:schemeClr val="tx1"/>
          </a:solidFill>
          <a:effectLst>
            <a:outerShdw blurRad="38100" dist="38100" dir="2700000" algn="tl">
              <a:srgbClr val="000000"/>
            </a:outerShdw>
          </a:effectLst>
          <a:latin typeface="+mn-lt"/>
        </a:defRPr>
      </a:lvl4pPr>
      <a:lvl5pPr marL="2057400" indent="-228600" algn="l" rtl="0" eaLnBrk="0" fontAlgn="base" hangingPunct="0">
        <a:spcBef>
          <a:spcPct val="20000"/>
        </a:spcBef>
        <a:spcAft>
          <a:spcPct val="0"/>
        </a:spcAft>
        <a:buClr>
          <a:schemeClr val="hlink"/>
        </a:buClr>
        <a:buSzPct val="80000"/>
        <a:buFont typeface="Wingdings" pitchFamily="2" charset="2"/>
        <a:buChar char="v"/>
        <a:defRPr sz="2000">
          <a:solidFill>
            <a:schemeClr val="tx1"/>
          </a:solidFill>
          <a:effectLst>
            <a:outerShdw blurRad="38100" dist="38100" dir="2700000" algn="tl">
              <a:srgbClr val="000000"/>
            </a:outerShdw>
          </a:effectLst>
          <a:latin typeface="+mn-lt"/>
        </a:defRPr>
      </a:lvl5pPr>
      <a:lvl6pPr marL="2514600" indent="-228600" algn="l" rtl="0" fontAlgn="base">
        <a:spcBef>
          <a:spcPct val="20000"/>
        </a:spcBef>
        <a:spcAft>
          <a:spcPct val="0"/>
        </a:spcAft>
        <a:buClr>
          <a:schemeClr val="hlink"/>
        </a:buClr>
        <a:buSzPct val="80000"/>
        <a:buFont typeface="Wingdings" pitchFamily="2" charset="2"/>
        <a:buChar char="v"/>
        <a:defRPr sz="2000">
          <a:solidFill>
            <a:schemeClr val="tx1"/>
          </a:solidFill>
          <a:effectLst>
            <a:outerShdw blurRad="38100" dist="38100" dir="2700000" algn="tl">
              <a:srgbClr val="000000"/>
            </a:outerShdw>
          </a:effectLst>
          <a:latin typeface="+mn-lt"/>
        </a:defRPr>
      </a:lvl6pPr>
      <a:lvl7pPr marL="2971800" indent="-228600" algn="l" rtl="0" fontAlgn="base">
        <a:spcBef>
          <a:spcPct val="20000"/>
        </a:spcBef>
        <a:spcAft>
          <a:spcPct val="0"/>
        </a:spcAft>
        <a:buClr>
          <a:schemeClr val="hlink"/>
        </a:buClr>
        <a:buSzPct val="80000"/>
        <a:buFont typeface="Wingdings" pitchFamily="2" charset="2"/>
        <a:buChar char="v"/>
        <a:defRPr sz="2000">
          <a:solidFill>
            <a:schemeClr val="tx1"/>
          </a:solidFill>
          <a:effectLst>
            <a:outerShdw blurRad="38100" dist="38100" dir="2700000" algn="tl">
              <a:srgbClr val="000000"/>
            </a:outerShdw>
          </a:effectLst>
          <a:latin typeface="+mn-lt"/>
        </a:defRPr>
      </a:lvl7pPr>
      <a:lvl8pPr marL="3429000" indent="-228600" algn="l" rtl="0" fontAlgn="base">
        <a:spcBef>
          <a:spcPct val="20000"/>
        </a:spcBef>
        <a:spcAft>
          <a:spcPct val="0"/>
        </a:spcAft>
        <a:buClr>
          <a:schemeClr val="hlink"/>
        </a:buClr>
        <a:buSzPct val="80000"/>
        <a:buFont typeface="Wingdings" pitchFamily="2" charset="2"/>
        <a:buChar char="v"/>
        <a:defRPr sz="2000">
          <a:solidFill>
            <a:schemeClr val="tx1"/>
          </a:solidFill>
          <a:effectLst>
            <a:outerShdw blurRad="38100" dist="38100" dir="2700000" algn="tl">
              <a:srgbClr val="000000"/>
            </a:outerShdw>
          </a:effectLst>
          <a:latin typeface="+mn-lt"/>
        </a:defRPr>
      </a:lvl8pPr>
      <a:lvl9pPr marL="3886200" indent="-228600" algn="l" rtl="0" fontAlgn="base">
        <a:spcBef>
          <a:spcPct val="20000"/>
        </a:spcBef>
        <a:spcAft>
          <a:spcPct val="0"/>
        </a:spcAft>
        <a:buClr>
          <a:schemeClr val="hlink"/>
        </a:buClr>
        <a:buSzPct val="80000"/>
        <a:buFont typeface="Wingdings" pitchFamily="2" charset="2"/>
        <a:buChar char="v"/>
        <a:defRPr sz="2000">
          <a:solidFill>
            <a:schemeClr val="tx1"/>
          </a:solidFill>
          <a:effectLst>
            <a:outerShdw blurRad="38100" dist="38100" dir="2700000" algn="tl">
              <a:srgbClr val="000000"/>
            </a:outerShdw>
          </a:effectLst>
          <a:latin typeface="+mn-lt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2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gif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8" Type="http://schemas.openxmlformats.org/officeDocument/2006/relationships/image" Target="../media/image5.emf"/><Relationship Id="rId3" Type="http://schemas.openxmlformats.org/officeDocument/2006/relationships/oleObject" Target="../embeddings/oleObject1.bin"/><Relationship Id="rId7" Type="http://schemas.openxmlformats.org/officeDocument/2006/relationships/oleObject" Target="../embeddings/oleObject3.bin"/><Relationship Id="rId2" Type="http://schemas.openxmlformats.org/officeDocument/2006/relationships/slideLayout" Target="../slideLayouts/slideLayout2.xml"/><Relationship Id="rId1" Type="http://schemas.openxmlformats.org/officeDocument/2006/relationships/vmlDrawing" Target="../drawings/vmlDrawing1.vml"/><Relationship Id="rId6" Type="http://schemas.openxmlformats.org/officeDocument/2006/relationships/image" Target="../media/image4.emf"/><Relationship Id="rId5" Type="http://schemas.openxmlformats.org/officeDocument/2006/relationships/oleObject" Target="../embeddings/oleObject2.bin"/><Relationship Id="rId10" Type="http://schemas.openxmlformats.org/officeDocument/2006/relationships/image" Target="../media/image6.emf"/><Relationship Id="rId4" Type="http://schemas.openxmlformats.org/officeDocument/2006/relationships/image" Target="../media/image3.emf"/><Relationship Id="rId9" Type="http://schemas.openxmlformats.org/officeDocument/2006/relationships/oleObject" Target="../embeddings/oleObject4.bin"/></Relationships>
</file>

<file path=ppt/slides/_rels/slide7.xml.rels><?xml version="1.0" encoding="UTF-8" standalone="yes"?>
<Relationships xmlns="http://schemas.openxmlformats.org/package/2006/relationships"><Relationship Id="rId8" Type="http://schemas.openxmlformats.org/officeDocument/2006/relationships/image" Target="../media/image9.emf"/><Relationship Id="rId3" Type="http://schemas.openxmlformats.org/officeDocument/2006/relationships/oleObject" Target="../embeddings/oleObject5.bin"/><Relationship Id="rId7" Type="http://schemas.openxmlformats.org/officeDocument/2006/relationships/oleObject" Target="../embeddings/oleObject7.bin"/><Relationship Id="rId2" Type="http://schemas.openxmlformats.org/officeDocument/2006/relationships/slideLayout" Target="../slideLayouts/slideLayout2.xml"/><Relationship Id="rId1" Type="http://schemas.openxmlformats.org/officeDocument/2006/relationships/vmlDrawing" Target="../drawings/vmlDrawing2.vml"/><Relationship Id="rId6" Type="http://schemas.openxmlformats.org/officeDocument/2006/relationships/image" Target="../media/image8.emf"/><Relationship Id="rId5" Type="http://schemas.openxmlformats.org/officeDocument/2006/relationships/oleObject" Target="../embeddings/oleObject6.bin"/><Relationship Id="rId4" Type="http://schemas.openxmlformats.org/officeDocument/2006/relationships/image" Target="../media/image7.emf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8.bin"/><Relationship Id="rId2" Type="http://schemas.openxmlformats.org/officeDocument/2006/relationships/slideLayout" Target="../slideLayouts/slideLayout2.xml"/><Relationship Id="rId1" Type="http://schemas.openxmlformats.org/officeDocument/2006/relationships/vmlDrawing" Target="../drawings/vmlDrawing3.vml"/><Relationship Id="rId6" Type="http://schemas.openxmlformats.org/officeDocument/2006/relationships/image" Target="../media/image11.emf"/><Relationship Id="rId5" Type="http://schemas.openxmlformats.org/officeDocument/2006/relationships/oleObject" Target="../embeddings/oleObject9.bin"/><Relationship Id="rId4" Type="http://schemas.openxmlformats.org/officeDocument/2006/relationships/image" Target="../media/image10.emf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10.bin"/><Relationship Id="rId2" Type="http://schemas.openxmlformats.org/officeDocument/2006/relationships/slideLayout" Target="../slideLayouts/slideLayout2.xml"/><Relationship Id="rId1" Type="http://schemas.openxmlformats.org/officeDocument/2006/relationships/vmlDrawing" Target="../drawings/vmlDrawing4.vml"/><Relationship Id="rId4" Type="http://schemas.openxmlformats.org/officeDocument/2006/relationships/image" Target="../media/image12.emf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11.bin"/><Relationship Id="rId2" Type="http://schemas.openxmlformats.org/officeDocument/2006/relationships/slideLayout" Target="../slideLayouts/slideLayout2.xml"/><Relationship Id="rId1" Type="http://schemas.openxmlformats.org/officeDocument/2006/relationships/vmlDrawing" Target="../drawings/vmlDrawing5.vml"/><Relationship Id="rId4" Type="http://schemas.openxmlformats.org/officeDocument/2006/relationships/image" Target="../media/image13.emf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12.bin"/><Relationship Id="rId2" Type="http://schemas.openxmlformats.org/officeDocument/2006/relationships/slideLayout" Target="../slideLayouts/slideLayout2.xml"/><Relationship Id="rId1" Type="http://schemas.openxmlformats.org/officeDocument/2006/relationships/vmlDrawing" Target="../drawings/vmlDrawing6.vml"/><Relationship Id="rId4" Type="http://schemas.openxmlformats.org/officeDocument/2006/relationships/image" Target="../media/image14.emf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5.jpeg"/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74" name="Title 1"/>
          <p:cNvSpPr>
            <a:spLocks noGrp="1"/>
          </p:cNvSpPr>
          <p:nvPr>
            <p:ph type="ctrTitle"/>
          </p:nvPr>
        </p:nvSpPr>
        <p:spPr>
          <a:xfrm>
            <a:off x="1259632" y="1052736"/>
            <a:ext cx="6364288" cy="2884152"/>
          </a:xfrm>
        </p:spPr>
        <p:txBody>
          <a:bodyPr/>
          <a:lstStyle/>
          <a:p>
            <a:pPr eaLnBrk="1"/>
            <a:r>
              <a:rPr lang="zh-CN" altLang="en-US" sz="5400" b="1" dirty="0" smtClean="0">
                <a:solidFill>
                  <a:schemeClr val="tx1"/>
                </a:solidFill>
                <a:effectLst/>
                <a:latin typeface="微软雅黑" pitchFamily="34" charset="-122"/>
                <a:ea typeface="微软雅黑" pitchFamily="34" charset="-122"/>
                <a:cs typeface="Calibri" pitchFamily="34" charset="0"/>
              </a:rPr>
              <a:t>海洋天然产物化学</a:t>
            </a:r>
            <a:r>
              <a:rPr lang="en-US" altLang="zh-CN" sz="5400" b="1" dirty="0" smtClean="0">
                <a:solidFill>
                  <a:schemeClr val="tx1"/>
                </a:solidFill>
                <a:effectLst/>
                <a:latin typeface="微软雅黑" pitchFamily="34" charset="-122"/>
                <a:ea typeface="微软雅黑" pitchFamily="34" charset="-122"/>
                <a:cs typeface="Calibri" pitchFamily="34" charset="0"/>
              </a:rPr>
              <a:t/>
            </a:r>
            <a:br>
              <a:rPr lang="en-US" altLang="zh-CN" sz="5400" b="1" dirty="0" smtClean="0">
                <a:solidFill>
                  <a:schemeClr val="tx1"/>
                </a:solidFill>
                <a:effectLst/>
                <a:latin typeface="微软雅黑" pitchFamily="34" charset="-122"/>
                <a:ea typeface="微软雅黑" pitchFamily="34" charset="-122"/>
                <a:cs typeface="Calibri" pitchFamily="34" charset="0"/>
              </a:rPr>
            </a:br>
            <a:r>
              <a:rPr lang="en-US" altLang="zh-CN" sz="5400" b="1" dirty="0" smtClean="0">
                <a:solidFill>
                  <a:schemeClr val="tx1"/>
                </a:solidFill>
                <a:effectLst/>
                <a:latin typeface="Times New Roman" pitchFamily="18" charset="0"/>
                <a:ea typeface="华文楷体" pitchFamily="2" charset="-122"/>
                <a:cs typeface="Times New Roman" pitchFamily="18" charset="0"/>
              </a:rPr>
              <a:t>Marine Natural Product Chemistry</a:t>
            </a:r>
            <a:endParaRPr lang="en-GB" altLang="zh-CN" sz="5400" b="1" dirty="0" smtClean="0">
              <a:solidFill>
                <a:schemeClr val="tx1"/>
              </a:solidFill>
              <a:effectLst/>
              <a:latin typeface="Times New Roman" pitchFamily="18" charset="0"/>
              <a:ea typeface="华文楷体" pitchFamily="2" charset="-122"/>
              <a:cs typeface="Times New Roman" pitchFamily="18" charset="0"/>
            </a:endParaRPr>
          </a:p>
        </p:txBody>
      </p:sp>
      <p:sp>
        <p:nvSpPr>
          <p:cNvPr id="3075" name="Subtitle 2"/>
          <p:cNvSpPr>
            <a:spLocks noGrp="1"/>
          </p:cNvSpPr>
          <p:nvPr>
            <p:ph type="subTitle" idx="1"/>
          </p:nvPr>
        </p:nvSpPr>
        <p:spPr>
          <a:xfrm>
            <a:off x="152003" y="4437112"/>
            <a:ext cx="8884890" cy="1970063"/>
          </a:xfrm>
        </p:spPr>
        <p:txBody>
          <a:bodyPr/>
          <a:lstStyle/>
          <a:p>
            <a:r>
              <a:rPr lang="zh-CN" altLang="en-US" sz="2400" b="1" dirty="0" smtClean="0">
                <a:effectLst/>
                <a:latin typeface="等线" pitchFamily="2" charset="-122"/>
                <a:ea typeface="等线" pitchFamily="2" charset="-122"/>
                <a:cs typeface="Calibri" pitchFamily="34" charset="0"/>
              </a:rPr>
              <a:t>徐金钟</a:t>
            </a:r>
            <a:endParaRPr lang="en-US" altLang="zh-CN" sz="2400" b="1" dirty="0" smtClean="0">
              <a:effectLst/>
              <a:latin typeface="等线" pitchFamily="2" charset="-122"/>
              <a:ea typeface="等线" pitchFamily="2" charset="-122"/>
              <a:cs typeface="Calibri" pitchFamily="34" charset="0"/>
            </a:endParaRPr>
          </a:p>
          <a:p>
            <a:r>
              <a:rPr lang="en-US" altLang="zh-CN" sz="2400" b="1" dirty="0" smtClean="0">
                <a:effectLst/>
                <a:latin typeface="等线" pitchFamily="2" charset="-122"/>
                <a:ea typeface="等线" pitchFamily="2" charset="-122"/>
                <a:cs typeface="Calibri" pitchFamily="34" charset="0"/>
              </a:rPr>
              <a:t>xujinzhong@zju.edu.cn</a:t>
            </a:r>
            <a:endParaRPr lang="en-GB" altLang="zh-CN" sz="2400" b="1" dirty="0" smtClean="0">
              <a:effectLst/>
              <a:latin typeface="等线" pitchFamily="2" charset="-122"/>
              <a:ea typeface="等线" pitchFamily="2" charset="-122"/>
              <a:cs typeface="Calibri" pitchFamily="34" charset="0"/>
            </a:endParaRPr>
          </a:p>
          <a:p>
            <a:pPr eaLnBrk="1" hangingPunct="1"/>
            <a:r>
              <a:rPr lang="zh-CN" altLang="en-US" sz="2400" b="1" dirty="0" smtClean="0">
                <a:effectLst/>
                <a:latin typeface="等线" pitchFamily="2" charset="-122"/>
                <a:ea typeface="等线" pitchFamily="2" charset="-122"/>
                <a:cs typeface="Calibri" pitchFamily="34" charset="0"/>
              </a:rPr>
              <a:t>海洋生物与药物研究所</a:t>
            </a:r>
            <a:endParaRPr lang="en-US" altLang="zh-CN" sz="2400" b="1" dirty="0" smtClean="0">
              <a:effectLst/>
              <a:latin typeface="等线" pitchFamily="2" charset="-122"/>
              <a:ea typeface="等线" pitchFamily="2" charset="-122"/>
              <a:cs typeface="Calibri" pitchFamily="34" charset="0"/>
            </a:endParaRPr>
          </a:p>
          <a:p>
            <a:pPr eaLnBrk="1" hangingPunct="1"/>
            <a:r>
              <a:rPr lang="zh-CN" altLang="en-US" sz="2400" b="1" dirty="0" smtClean="0">
                <a:effectLst/>
                <a:latin typeface="等线" pitchFamily="2" charset="-122"/>
                <a:ea typeface="等线" pitchFamily="2" charset="-122"/>
                <a:cs typeface="Calibri" pitchFamily="34" charset="0"/>
              </a:rPr>
              <a:t>浙江大学</a:t>
            </a:r>
            <a:r>
              <a:rPr lang="en-US" altLang="zh-CN" sz="2400" b="1" dirty="0" smtClean="0">
                <a:effectLst/>
                <a:latin typeface="等线" pitchFamily="2" charset="-122"/>
                <a:ea typeface="等线" pitchFamily="2" charset="-122"/>
                <a:cs typeface="Calibri" pitchFamily="34" charset="0"/>
              </a:rPr>
              <a:t>/</a:t>
            </a:r>
            <a:r>
              <a:rPr lang="zh-CN" altLang="en-US" sz="2400" b="1" dirty="0" smtClean="0">
                <a:effectLst/>
                <a:latin typeface="等线" pitchFamily="2" charset="-122"/>
                <a:ea typeface="等线" pitchFamily="2" charset="-122"/>
                <a:cs typeface="Calibri" pitchFamily="34" charset="0"/>
              </a:rPr>
              <a:t>海洋学院</a:t>
            </a:r>
            <a:endParaRPr lang="en-US" altLang="zh-CN" sz="2400" b="1" dirty="0" smtClean="0">
              <a:effectLst/>
              <a:latin typeface="等线" pitchFamily="2" charset="-122"/>
              <a:ea typeface="等线" pitchFamily="2" charset="-122"/>
              <a:cs typeface="Calibri" pitchFamily="34" charset="0"/>
            </a:endParaRPr>
          </a:p>
        </p:txBody>
      </p:sp>
      <p:pic>
        <p:nvPicPr>
          <p:cNvPr id="1029" name="Picture 5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884368" y="43089"/>
            <a:ext cx="1152525" cy="112395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</p:spTree>
    <p:extLst>
      <p:ext uri="{BB962C8B-B14F-4D97-AF65-F5344CB8AC3E}">
        <p14:creationId xmlns:p14="http://schemas.microsoft.com/office/powerpoint/2010/main" val="505256009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矩形 8"/>
          <p:cNvSpPr/>
          <p:nvPr/>
        </p:nvSpPr>
        <p:spPr>
          <a:xfrm>
            <a:off x="500945" y="620688"/>
            <a:ext cx="8352928" cy="1754326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/>
            <a:r>
              <a:rPr lang="zh-CN" altLang="en-US" sz="5400" b="1" dirty="0" smtClean="0">
                <a:latin typeface="微软雅黑" pitchFamily="34" charset="-122"/>
                <a:ea typeface="微软雅黑" pitchFamily="34" charset="-122"/>
              </a:rPr>
              <a:t>认识海洋天然产物</a:t>
            </a:r>
            <a:endParaRPr lang="en-US" altLang="zh-CN" sz="5400" b="1" dirty="0" smtClean="0">
              <a:latin typeface="微软雅黑" pitchFamily="34" charset="-122"/>
              <a:ea typeface="微软雅黑" pitchFamily="34" charset="-122"/>
            </a:endParaRPr>
          </a:p>
          <a:p>
            <a:pPr algn="ctr"/>
            <a:r>
              <a:rPr lang="en-US" altLang="zh-CN" sz="5400" b="1" dirty="0" smtClean="0">
                <a:latin typeface="微软雅黑" pitchFamily="34" charset="-122"/>
                <a:ea typeface="微软雅黑" pitchFamily="34" charset="-122"/>
              </a:rPr>
              <a:t>                  </a:t>
            </a:r>
            <a:r>
              <a:rPr lang="en-US" altLang="zh-CN" sz="4000" b="1" dirty="0" smtClean="0">
                <a:latin typeface="微软雅黑" pitchFamily="34" charset="-122"/>
                <a:ea typeface="微软雅黑" pitchFamily="34" charset="-122"/>
              </a:rPr>
              <a:t>——</a:t>
            </a:r>
            <a:r>
              <a:rPr lang="zh-CN" altLang="en-US" sz="4000" b="1" dirty="0" smtClean="0">
                <a:latin typeface="微软雅黑" pitchFamily="34" charset="-122"/>
                <a:ea typeface="微软雅黑" pitchFamily="34" charset="-122"/>
              </a:rPr>
              <a:t>结构类型</a:t>
            </a:r>
            <a:endParaRPr lang="zh-CN" altLang="en-US" sz="4000" b="1" dirty="0">
              <a:latin typeface="微软雅黑" pitchFamily="34" charset="-122"/>
              <a:ea typeface="微软雅黑" pitchFamily="34" charset="-122"/>
            </a:endParaRPr>
          </a:p>
        </p:txBody>
      </p:sp>
      <p:pic>
        <p:nvPicPr>
          <p:cNvPr id="1028" name="Picture 4" descr="Graphical abstract: Marine natural products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517439" y="2657737"/>
            <a:ext cx="6319940" cy="3168352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2809711307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extBox 4"/>
          <p:cNvSpPr txBox="1"/>
          <p:nvPr/>
        </p:nvSpPr>
        <p:spPr>
          <a:xfrm>
            <a:off x="3767771" y="2458302"/>
            <a:ext cx="1261884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 sz="2800" dirty="0" smtClean="0">
                <a:latin typeface="微软雅黑" pitchFamily="34" charset="-122"/>
                <a:ea typeface="微软雅黑" pitchFamily="34" charset="-122"/>
              </a:rPr>
              <a:t>生物碱</a:t>
            </a:r>
            <a:endParaRPr lang="zh-CN" altLang="en-US" sz="2800" dirty="0">
              <a:latin typeface="微软雅黑" pitchFamily="34" charset="-122"/>
              <a:ea typeface="微软雅黑" pitchFamily="34" charset="-122"/>
            </a:endParaRPr>
          </a:p>
        </p:txBody>
      </p:sp>
      <p:sp>
        <p:nvSpPr>
          <p:cNvPr id="6" name="TextBox 5"/>
          <p:cNvSpPr txBox="1"/>
          <p:nvPr/>
        </p:nvSpPr>
        <p:spPr>
          <a:xfrm>
            <a:off x="3796236" y="1765750"/>
            <a:ext cx="902811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 sz="2800" dirty="0" smtClean="0">
                <a:latin typeface="微软雅黑" pitchFamily="34" charset="-122"/>
                <a:ea typeface="微软雅黑" pitchFamily="34" charset="-122"/>
              </a:rPr>
              <a:t>肽类</a:t>
            </a:r>
            <a:endParaRPr lang="zh-CN" altLang="en-US" sz="2800" dirty="0">
              <a:latin typeface="微软雅黑" pitchFamily="34" charset="-122"/>
              <a:ea typeface="微软雅黑" pitchFamily="34" charset="-122"/>
            </a:endParaRPr>
          </a:p>
        </p:txBody>
      </p:sp>
      <p:sp>
        <p:nvSpPr>
          <p:cNvPr id="7" name="TextBox 6"/>
          <p:cNvSpPr txBox="1"/>
          <p:nvPr/>
        </p:nvSpPr>
        <p:spPr>
          <a:xfrm>
            <a:off x="3856096" y="3302800"/>
            <a:ext cx="902811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 sz="2800" dirty="0" smtClean="0">
                <a:latin typeface="微软雅黑" pitchFamily="34" charset="-122"/>
                <a:ea typeface="微软雅黑" pitchFamily="34" charset="-122"/>
              </a:rPr>
              <a:t>萜类</a:t>
            </a:r>
            <a:endParaRPr lang="zh-CN" altLang="en-US" sz="2800" dirty="0">
              <a:latin typeface="微软雅黑" pitchFamily="34" charset="-122"/>
              <a:ea typeface="微软雅黑" pitchFamily="34" charset="-122"/>
            </a:endParaRPr>
          </a:p>
        </p:txBody>
      </p:sp>
      <p:sp>
        <p:nvSpPr>
          <p:cNvPr id="8" name="TextBox 7"/>
          <p:cNvSpPr txBox="1"/>
          <p:nvPr/>
        </p:nvSpPr>
        <p:spPr>
          <a:xfrm>
            <a:off x="4792200" y="3323122"/>
            <a:ext cx="902811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 sz="2800" dirty="0" smtClean="0">
                <a:latin typeface="微软雅黑" pitchFamily="34" charset="-122"/>
                <a:ea typeface="微软雅黑" pitchFamily="34" charset="-122"/>
              </a:rPr>
              <a:t>甾类</a:t>
            </a:r>
            <a:endParaRPr lang="zh-CN" altLang="en-US" sz="2800" dirty="0">
              <a:latin typeface="微软雅黑" pitchFamily="34" charset="-122"/>
              <a:ea typeface="微软雅黑" pitchFamily="34" charset="-122"/>
            </a:endParaRPr>
          </a:p>
        </p:txBody>
      </p:sp>
      <p:sp>
        <p:nvSpPr>
          <p:cNvPr id="9" name="TextBox 8"/>
          <p:cNvSpPr txBox="1"/>
          <p:nvPr/>
        </p:nvSpPr>
        <p:spPr>
          <a:xfrm>
            <a:off x="520316" y="2719913"/>
            <a:ext cx="553998" cy="2259385"/>
          </a:xfrm>
          <a:prstGeom prst="rect">
            <a:avLst/>
          </a:prstGeom>
          <a:noFill/>
        </p:spPr>
        <p:txBody>
          <a:bodyPr vert="eaVert" wrap="square" rtlCol="0">
            <a:spAutoFit/>
          </a:bodyPr>
          <a:lstStyle/>
          <a:p>
            <a:r>
              <a:rPr lang="zh-CN" altLang="en-US" sz="2400" dirty="0" smtClean="0">
                <a:latin typeface="微软雅黑" pitchFamily="34" charset="-122"/>
                <a:ea typeface="微软雅黑" pitchFamily="34" charset="-122"/>
              </a:rPr>
              <a:t>是否含有氮原子</a:t>
            </a:r>
            <a:endParaRPr lang="zh-CN" altLang="en-US" sz="2400" dirty="0">
              <a:latin typeface="微软雅黑" pitchFamily="34" charset="-122"/>
              <a:ea typeface="微软雅黑" pitchFamily="34" charset="-122"/>
            </a:endParaRPr>
          </a:p>
        </p:txBody>
      </p:sp>
      <p:cxnSp>
        <p:nvCxnSpPr>
          <p:cNvPr id="12" name="直接箭头连接符 11"/>
          <p:cNvCxnSpPr/>
          <p:nvPr/>
        </p:nvCxnSpPr>
        <p:spPr>
          <a:xfrm flipV="1">
            <a:off x="1263808" y="2719913"/>
            <a:ext cx="1080120" cy="523219"/>
          </a:xfrm>
          <a:prstGeom prst="straightConnector1">
            <a:avLst/>
          </a:prstGeom>
          <a:ln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4" name="直接箭头连接符 13"/>
          <p:cNvCxnSpPr/>
          <p:nvPr/>
        </p:nvCxnSpPr>
        <p:spPr>
          <a:xfrm>
            <a:off x="1185600" y="4393183"/>
            <a:ext cx="1080120" cy="0"/>
          </a:xfrm>
          <a:prstGeom prst="straightConnector1">
            <a:avLst/>
          </a:prstGeom>
          <a:ln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6" name="TextBox 15"/>
          <p:cNvSpPr txBox="1"/>
          <p:nvPr/>
        </p:nvSpPr>
        <p:spPr>
          <a:xfrm>
            <a:off x="1464441" y="2612190"/>
            <a:ext cx="415498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 dirty="0" smtClean="0"/>
              <a:t>是</a:t>
            </a:r>
            <a:endParaRPr lang="zh-CN" altLang="en-US" dirty="0"/>
          </a:p>
        </p:txBody>
      </p:sp>
      <p:sp>
        <p:nvSpPr>
          <p:cNvPr id="17" name="TextBox 16"/>
          <p:cNvSpPr txBox="1"/>
          <p:nvPr/>
        </p:nvSpPr>
        <p:spPr>
          <a:xfrm>
            <a:off x="1464441" y="4406580"/>
            <a:ext cx="415498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 dirty="0" smtClean="0"/>
              <a:t>否</a:t>
            </a:r>
            <a:endParaRPr lang="zh-CN" altLang="en-US" dirty="0"/>
          </a:p>
        </p:txBody>
      </p:sp>
      <p:cxnSp>
        <p:nvCxnSpPr>
          <p:cNvPr id="19" name="直接箭头连接符 18"/>
          <p:cNvCxnSpPr/>
          <p:nvPr/>
        </p:nvCxnSpPr>
        <p:spPr>
          <a:xfrm flipV="1">
            <a:off x="2775976" y="2156404"/>
            <a:ext cx="742392" cy="301898"/>
          </a:xfrm>
          <a:prstGeom prst="straightConnector1">
            <a:avLst/>
          </a:prstGeom>
          <a:ln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2" name="TextBox 21"/>
          <p:cNvSpPr txBox="1"/>
          <p:nvPr/>
        </p:nvSpPr>
        <p:spPr>
          <a:xfrm>
            <a:off x="2257111" y="1758110"/>
            <a:ext cx="461665" cy="1708160"/>
          </a:xfrm>
          <a:prstGeom prst="rect">
            <a:avLst/>
          </a:prstGeom>
          <a:noFill/>
        </p:spPr>
        <p:txBody>
          <a:bodyPr vert="eaVert" wrap="none" rtlCol="0">
            <a:spAutoFit/>
          </a:bodyPr>
          <a:lstStyle/>
          <a:p>
            <a:r>
              <a:rPr lang="zh-CN" altLang="en-US" dirty="0" smtClean="0"/>
              <a:t>是否酰胺键连接</a:t>
            </a:r>
            <a:endParaRPr lang="zh-CN" altLang="en-US" dirty="0"/>
          </a:p>
        </p:txBody>
      </p:sp>
      <p:sp>
        <p:nvSpPr>
          <p:cNvPr id="24" name="TextBox 23"/>
          <p:cNvSpPr txBox="1"/>
          <p:nvPr/>
        </p:nvSpPr>
        <p:spPr>
          <a:xfrm>
            <a:off x="2892263" y="1971738"/>
            <a:ext cx="415498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 dirty="0" smtClean="0"/>
              <a:t>是</a:t>
            </a:r>
            <a:endParaRPr lang="zh-CN" altLang="en-US" dirty="0"/>
          </a:p>
        </p:txBody>
      </p:sp>
      <p:sp>
        <p:nvSpPr>
          <p:cNvPr id="25" name="TextBox 24"/>
          <p:cNvSpPr txBox="1"/>
          <p:nvPr/>
        </p:nvSpPr>
        <p:spPr>
          <a:xfrm>
            <a:off x="2892263" y="2730260"/>
            <a:ext cx="415498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 dirty="0" smtClean="0"/>
              <a:t>否</a:t>
            </a:r>
            <a:endParaRPr lang="zh-CN" altLang="en-US" dirty="0"/>
          </a:p>
        </p:txBody>
      </p:sp>
      <p:cxnSp>
        <p:nvCxnSpPr>
          <p:cNvPr id="27" name="直接箭头连接符 26"/>
          <p:cNvCxnSpPr/>
          <p:nvPr/>
        </p:nvCxnSpPr>
        <p:spPr>
          <a:xfrm flipV="1">
            <a:off x="2718776" y="2719912"/>
            <a:ext cx="849288" cy="1"/>
          </a:xfrm>
          <a:prstGeom prst="straightConnector1">
            <a:avLst/>
          </a:prstGeom>
          <a:ln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0" name="TextBox 29"/>
          <p:cNvSpPr txBox="1"/>
          <p:nvPr/>
        </p:nvSpPr>
        <p:spPr>
          <a:xfrm>
            <a:off x="2271920" y="3967999"/>
            <a:ext cx="461665" cy="1246495"/>
          </a:xfrm>
          <a:prstGeom prst="rect">
            <a:avLst/>
          </a:prstGeom>
          <a:noFill/>
        </p:spPr>
        <p:txBody>
          <a:bodyPr vert="eaVert" wrap="none" rtlCol="0">
            <a:spAutoFit/>
          </a:bodyPr>
          <a:lstStyle/>
          <a:p>
            <a:r>
              <a:rPr lang="zh-CN" altLang="en-US" dirty="0" smtClean="0"/>
              <a:t>生合成途径</a:t>
            </a:r>
            <a:endParaRPr lang="zh-CN" altLang="en-US" dirty="0"/>
          </a:p>
        </p:txBody>
      </p:sp>
      <p:cxnSp>
        <p:nvCxnSpPr>
          <p:cNvPr id="32" name="直接箭头连接符 31"/>
          <p:cNvCxnSpPr/>
          <p:nvPr/>
        </p:nvCxnSpPr>
        <p:spPr>
          <a:xfrm flipV="1">
            <a:off x="2892263" y="3669085"/>
            <a:ext cx="747809" cy="332734"/>
          </a:xfrm>
          <a:prstGeom prst="straightConnector1">
            <a:avLst/>
          </a:prstGeom>
          <a:ln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3" name="TextBox 32"/>
          <p:cNvSpPr txBox="1"/>
          <p:nvPr/>
        </p:nvSpPr>
        <p:spPr>
          <a:xfrm>
            <a:off x="2932569" y="3466120"/>
            <a:ext cx="635495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CN" dirty="0" smtClean="0"/>
              <a:t>MVA</a:t>
            </a:r>
            <a:endParaRPr lang="zh-CN" altLang="en-US" dirty="0"/>
          </a:p>
        </p:txBody>
      </p:sp>
      <p:cxnSp>
        <p:nvCxnSpPr>
          <p:cNvPr id="35" name="直接箭头连接符 34"/>
          <p:cNvCxnSpPr/>
          <p:nvPr/>
        </p:nvCxnSpPr>
        <p:spPr>
          <a:xfrm>
            <a:off x="2892263" y="4543252"/>
            <a:ext cx="747809" cy="0"/>
          </a:xfrm>
          <a:prstGeom prst="straightConnector1">
            <a:avLst/>
          </a:prstGeom>
          <a:ln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9" name="TextBox 38"/>
          <p:cNvSpPr txBox="1"/>
          <p:nvPr/>
        </p:nvSpPr>
        <p:spPr>
          <a:xfrm>
            <a:off x="2966533" y="4135174"/>
            <a:ext cx="527260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CN" dirty="0" smtClean="0"/>
              <a:t>PKS</a:t>
            </a:r>
            <a:endParaRPr lang="zh-CN" altLang="en-US" dirty="0"/>
          </a:p>
        </p:txBody>
      </p:sp>
      <p:sp>
        <p:nvSpPr>
          <p:cNvPr id="41" name="TextBox 40"/>
          <p:cNvSpPr txBox="1"/>
          <p:nvPr/>
        </p:nvSpPr>
        <p:spPr>
          <a:xfrm>
            <a:off x="3894225" y="3918350"/>
            <a:ext cx="2550698" cy="138499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 sz="2800" dirty="0" smtClean="0">
                <a:latin typeface="微软雅黑" pitchFamily="34" charset="-122"/>
                <a:ea typeface="微软雅黑" pitchFamily="34" charset="-122"/>
              </a:rPr>
              <a:t>醌   大环内酯</a:t>
            </a:r>
            <a:endParaRPr lang="en-US" altLang="zh-CN" sz="2800" dirty="0" smtClean="0">
              <a:latin typeface="微软雅黑" pitchFamily="34" charset="-122"/>
              <a:ea typeface="微软雅黑" pitchFamily="34" charset="-122"/>
            </a:endParaRPr>
          </a:p>
          <a:p>
            <a:r>
              <a:rPr lang="zh-CN" altLang="en-US" sz="2800" dirty="0" smtClean="0">
                <a:latin typeface="微软雅黑" pitchFamily="34" charset="-122"/>
                <a:ea typeface="微软雅黑" pitchFamily="34" charset="-122"/>
              </a:rPr>
              <a:t>聚醚  多聚乙酰</a:t>
            </a:r>
            <a:endParaRPr lang="en-US" altLang="zh-CN" sz="2800" dirty="0" smtClean="0">
              <a:latin typeface="微软雅黑" pitchFamily="34" charset="-122"/>
              <a:ea typeface="微软雅黑" pitchFamily="34" charset="-122"/>
            </a:endParaRPr>
          </a:p>
          <a:p>
            <a:r>
              <a:rPr lang="zh-CN" altLang="en-US" sz="2800" dirty="0" smtClean="0">
                <a:latin typeface="微软雅黑" pitchFamily="34" charset="-122"/>
                <a:ea typeface="微软雅黑" pitchFamily="34" charset="-122"/>
              </a:rPr>
              <a:t>前列腺素类</a:t>
            </a:r>
            <a:endParaRPr lang="en-US" altLang="zh-CN" sz="2800" dirty="0" smtClean="0">
              <a:latin typeface="微软雅黑" pitchFamily="34" charset="-122"/>
              <a:ea typeface="微软雅黑" pitchFamily="34" charset="-122"/>
            </a:endParaRPr>
          </a:p>
        </p:txBody>
      </p:sp>
      <p:sp>
        <p:nvSpPr>
          <p:cNvPr id="42" name="矩形 41"/>
          <p:cNvSpPr/>
          <p:nvPr/>
        </p:nvSpPr>
        <p:spPr>
          <a:xfrm>
            <a:off x="3796236" y="1758109"/>
            <a:ext cx="2868172" cy="4237733"/>
          </a:xfrm>
          <a:prstGeom prst="rect">
            <a:avLst/>
          </a:prstGeom>
          <a:noFill/>
          <a:ln>
            <a:solidFill>
              <a:srgbClr val="0000FF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45" name="TextBox 44"/>
          <p:cNvSpPr txBox="1"/>
          <p:nvPr/>
        </p:nvSpPr>
        <p:spPr>
          <a:xfrm>
            <a:off x="6664408" y="3356233"/>
            <a:ext cx="2148345" cy="76944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CN" sz="4400" dirty="0" smtClean="0"/>
              <a:t>+ </a:t>
            </a:r>
            <a:r>
              <a:rPr lang="zh-CN" altLang="en-US" sz="2800" dirty="0" smtClean="0">
                <a:latin typeface="微软雅黑" pitchFamily="34" charset="-122"/>
                <a:ea typeface="微软雅黑" pitchFamily="34" charset="-122"/>
              </a:rPr>
              <a:t>糖 </a:t>
            </a:r>
            <a:r>
              <a:rPr lang="en-US" altLang="zh-CN" sz="2800" dirty="0" smtClean="0">
                <a:latin typeface="微软雅黑" pitchFamily="34" charset="-122"/>
                <a:ea typeface="微软雅黑" pitchFamily="34" charset="-122"/>
              </a:rPr>
              <a:t>= </a:t>
            </a:r>
            <a:r>
              <a:rPr lang="zh-CN" altLang="en-US" sz="2800" dirty="0" smtClean="0">
                <a:solidFill>
                  <a:srgbClr val="FF0000"/>
                </a:solidFill>
                <a:latin typeface="微软雅黑" pitchFamily="34" charset="-122"/>
                <a:ea typeface="微软雅黑" pitchFamily="34" charset="-122"/>
              </a:rPr>
              <a:t>糖苷</a:t>
            </a:r>
            <a:endParaRPr lang="zh-CN" altLang="en-US" sz="2800" dirty="0">
              <a:solidFill>
                <a:srgbClr val="FF0000"/>
              </a:solidFill>
              <a:latin typeface="微软雅黑" pitchFamily="34" charset="-122"/>
              <a:ea typeface="微软雅黑" pitchFamily="34" charset="-122"/>
            </a:endParaRPr>
          </a:p>
        </p:txBody>
      </p:sp>
      <p:sp>
        <p:nvSpPr>
          <p:cNvPr id="48" name="标题 1"/>
          <p:cNvSpPr txBox="1">
            <a:spLocks/>
          </p:cNvSpPr>
          <p:nvPr/>
        </p:nvSpPr>
        <p:spPr>
          <a:xfrm>
            <a:off x="426915" y="203165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ctr" defTabSz="914400" rtl="0" eaLnBrk="1" latinLnBrk="0" hangingPunct="1"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zh-CN" altLang="en-US" b="1" dirty="0" smtClean="0">
                <a:latin typeface="微软雅黑" pitchFamily="34" charset="-122"/>
                <a:ea typeface="微软雅黑" pitchFamily="34" charset="-122"/>
              </a:rPr>
              <a:t>海洋天然产物基本结构类型</a:t>
            </a:r>
            <a:endParaRPr lang="zh-CN" altLang="en-US" b="1" dirty="0">
              <a:latin typeface="微软雅黑" pitchFamily="34" charset="-122"/>
              <a:ea typeface="微软雅黑" pitchFamily="34" charset="-122"/>
            </a:endParaRPr>
          </a:p>
        </p:txBody>
      </p:sp>
      <p:cxnSp>
        <p:nvCxnSpPr>
          <p:cNvPr id="51" name="直接箭头连接符 50"/>
          <p:cNvCxnSpPr/>
          <p:nvPr/>
        </p:nvCxnSpPr>
        <p:spPr>
          <a:xfrm>
            <a:off x="2892263" y="4979298"/>
            <a:ext cx="747809" cy="754934"/>
          </a:xfrm>
          <a:prstGeom prst="straightConnector1">
            <a:avLst/>
          </a:prstGeom>
          <a:ln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52" name="TextBox 51"/>
          <p:cNvSpPr txBox="1"/>
          <p:nvPr/>
        </p:nvSpPr>
        <p:spPr>
          <a:xfrm>
            <a:off x="2666366" y="5073761"/>
            <a:ext cx="954107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 sz="1200" dirty="0" smtClean="0"/>
              <a:t>桂皮酸途径</a:t>
            </a:r>
            <a:endParaRPr lang="zh-CN" altLang="en-US" sz="1200" dirty="0"/>
          </a:p>
        </p:txBody>
      </p:sp>
      <p:sp>
        <p:nvSpPr>
          <p:cNvPr id="54" name="TextBox 53"/>
          <p:cNvSpPr txBox="1"/>
          <p:nvPr/>
        </p:nvSpPr>
        <p:spPr>
          <a:xfrm>
            <a:off x="3964598" y="5472622"/>
            <a:ext cx="1620957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 sz="2800" dirty="0" smtClean="0">
                <a:latin typeface="微软雅黑" pitchFamily="34" charset="-122"/>
                <a:ea typeface="微软雅黑" pitchFamily="34" charset="-122"/>
              </a:rPr>
              <a:t>苯丙素类</a:t>
            </a:r>
            <a:endParaRPr lang="zh-CN" altLang="en-US" sz="2800" dirty="0">
              <a:latin typeface="微软雅黑" pitchFamily="34" charset="-122"/>
              <a:ea typeface="微软雅黑" pitchFamily="34" charset="-122"/>
            </a:endParaRPr>
          </a:p>
        </p:txBody>
      </p:sp>
    </p:spTree>
    <p:extLst>
      <p:ext uri="{BB962C8B-B14F-4D97-AF65-F5344CB8AC3E}">
        <p14:creationId xmlns:p14="http://schemas.microsoft.com/office/powerpoint/2010/main" val="1587486191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426915" y="1377266"/>
            <a:ext cx="8352928" cy="4932053"/>
          </a:xfrm>
        </p:spPr>
        <p:txBody>
          <a:bodyPr>
            <a:noAutofit/>
          </a:bodyPr>
          <a:lstStyle/>
          <a:p>
            <a:pPr>
              <a:lnSpc>
                <a:spcPts val="5600"/>
              </a:lnSpc>
              <a:buClr>
                <a:srgbClr val="0070C0"/>
              </a:buClr>
              <a:buFont typeface="Wingdings" pitchFamily="2" charset="2"/>
              <a:buChar char="u"/>
            </a:pPr>
            <a:r>
              <a:rPr lang="zh-CN" altLang="en-US" dirty="0" smtClean="0">
                <a:solidFill>
                  <a:srgbClr val="FF0000"/>
                </a:solidFill>
                <a:latin typeface="微软雅黑" pitchFamily="34" charset="-122"/>
                <a:ea typeface="微软雅黑" pitchFamily="34" charset="-122"/>
              </a:rPr>
              <a:t>糖苷</a:t>
            </a:r>
            <a:r>
              <a:rPr lang="en-US" altLang="zh-CN" dirty="0" smtClean="0">
                <a:solidFill>
                  <a:srgbClr val="FF0000"/>
                </a:solidFill>
                <a:latin typeface="微软雅黑" pitchFamily="34" charset="-122"/>
                <a:ea typeface="微软雅黑" pitchFamily="34" charset="-122"/>
              </a:rPr>
              <a:t>glycoside</a:t>
            </a:r>
          </a:p>
          <a:p>
            <a:pPr>
              <a:lnSpc>
                <a:spcPts val="5600"/>
              </a:lnSpc>
              <a:buClr>
                <a:srgbClr val="0070C0"/>
              </a:buClr>
              <a:buFont typeface="Wingdings" pitchFamily="2" charset="2"/>
              <a:buChar char="u"/>
            </a:pPr>
            <a:r>
              <a:rPr lang="zh-CN" altLang="en-US" dirty="0">
                <a:latin typeface="微软雅黑" pitchFamily="34" charset="-122"/>
                <a:ea typeface="微软雅黑" pitchFamily="34" charset="-122"/>
              </a:rPr>
              <a:t>糖或糖的衍生物，如氨基糖、糖醛酸等与另一非糖物质（苷元）通过糖的半缩醛或半缩酮羟基与苷元脱水形成的一类化合物</a:t>
            </a:r>
            <a:r>
              <a:rPr lang="zh-CN" altLang="en-US" dirty="0" smtClean="0">
                <a:latin typeface="微软雅黑" pitchFamily="34" charset="-122"/>
                <a:ea typeface="微软雅黑" pitchFamily="34" charset="-122"/>
              </a:rPr>
              <a:t>。</a:t>
            </a:r>
            <a:endParaRPr lang="en-US" altLang="zh-CN" dirty="0" smtClean="0">
              <a:latin typeface="微软雅黑" pitchFamily="34" charset="-122"/>
              <a:ea typeface="微软雅黑" pitchFamily="34" charset="-122"/>
            </a:endParaRPr>
          </a:p>
        </p:txBody>
      </p:sp>
      <p:sp>
        <p:nvSpPr>
          <p:cNvPr id="5" name="标题 1"/>
          <p:cNvSpPr txBox="1">
            <a:spLocks/>
          </p:cNvSpPr>
          <p:nvPr/>
        </p:nvSpPr>
        <p:spPr>
          <a:xfrm>
            <a:off x="426915" y="203165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ctr" defTabSz="914400" rtl="0" eaLnBrk="1" latinLnBrk="0" hangingPunct="1"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zh-CN" altLang="en-US" b="1" dirty="0" smtClean="0">
                <a:latin typeface="微软雅黑" pitchFamily="34" charset="-122"/>
                <a:ea typeface="微软雅黑" pitchFamily="34" charset="-122"/>
              </a:rPr>
              <a:t>海洋天然产物基本结构类型</a:t>
            </a:r>
            <a:endParaRPr lang="zh-CN" altLang="en-US" b="1" dirty="0">
              <a:latin typeface="微软雅黑" pitchFamily="34" charset="-122"/>
              <a:ea typeface="微软雅黑" pitchFamily="34" charset="-122"/>
            </a:endParaRPr>
          </a:p>
        </p:txBody>
      </p:sp>
    </p:spTree>
    <p:extLst>
      <p:ext uri="{BB962C8B-B14F-4D97-AF65-F5344CB8AC3E}">
        <p14:creationId xmlns:p14="http://schemas.microsoft.com/office/powerpoint/2010/main" val="129051315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426915" y="1377266"/>
            <a:ext cx="8352928" cy="4139966"/>
          </a:xfrm>
        </p:spPr>
        <p:txBody>
          <a:bodyPr>
            <a:noAutofit/>
          </a:bodyPr>
          <a:lstStyle/>
          <a:p>
            <a:pPr>
              <a:lnSpc>
                <a:spcPts val="5600"/>
              </a:lnSpc>
              <a:buClr>
                <a:srgbClr val="0070C0"/>
              </a:buClr>
              <a:buFont typeface="Wingdings" pitchFamily="2" charset="2"/>
              <a:buChar char="u"/>
            </a:pPr>
            <a:r>
              <a:rPr lang="zh-CN" altLang="en-US" sz="3000" dirty="0">
                <a:solidFill>
                  <a:srgbClr val="FF0000"/>
                </a:solidFill>
                <a:latin typeface="微软雅黑" pitchFamily="34" charset="-122"/>
                <a:ea typeface="微软雅黑" pitchFamily="34" charset="-122"/>
              </a:rPr>
              <a:t>结构</a:t>
            </a:r>
            <a:r>
              <a:rPr lang="zh-CN" altLang="en-US" sz="3000" dirty="0" smtClean="0">
                <a:solidFill>
                  <a:srgbClr val="FF0000"/>
                </a:solidFill>
                <a:latin typeface="微软雅黑" pitchFamily="34" charset="-122"/>
                <a:ea typeface="微软雅黑" pitchFamily="34" charset="-122"/>
              </a:rPr>
              <a:t>分类</a:t>
            </a:r>
            <a:endParaRPr lang="en-US" altLang="zh-CN" sz="3000" dirty="0" smtClean="0">
              <a:solidFill>
                <a:srgbClr val="FF0000"/>
              </a:solidFill>
              <a:latin typeface="微软雅黑" pitchFamily="34" charset="-122"/>
              <a:ea typeface="微软雅黑" pitchFamily="34" charset="-122"/>
            </a:endParaRPr>
          </a:p>
          <a:p>
            <a:pPr>
              <a:lnSpc>
                <a:spcPts val="5600"/>
              </a:lnSpc>
              <a:buClr>
                <a:srgbClr val="0070C0"/>
              </a:buClr>
              <a:buFont typeface="Wingdings" pitchFamily="2" charset="2"/>
              <a:buChar char="u"/>
            </a:pPr>
            <a:r>
              <a:rPr lang="zh-CN" altLang="en-US" sz="3000" dirty="0" smtClean="0">
                <a:latin typeface="微软雅黑" pitchFamily="34" charset="-122"/>
                <a:ea typeface="微软雅黑" pitchFamily="34" charset="-122"/>
              </a:rPr>
              <a:t>氧</a:t>
            </a:r>
            <a:r>
              <a:rPr lang="zh-CN" altLang="en-US" sz="3000" dirty="0">
                <a:latin typeface="微软雅黑" pitchFamily="34" charset="-122"/>
                <a:ea typeface="微软雅黑" pitchFamily="34" charset="-122"/>
              </a:rPr>
              <a:t>苷：醇苷、酚苷、氰苷、酯苷（酰苷）</a:t>
            </a:r>
          </a:p>
          <a:p>
            <a:pPr>
              <a:lnSpc>
                <a:spcPts val="5600"/>
              </a:lnSpc>
              <a:buClr>
                <a:srgbClr val="0070C0"/>
              </a:buClr>
              <a:buFont typeface="Wingdings" pitchFamily="2" charset="2"/>
              <a:buChar char="u"/>
            </a:pPr>
            <a:r>
              <a:rPr lang="zh-CN" altLang="en-US" sz="3000" dirty="0">
                <a:latin typeface="微软雅黑" pitchFamily="34" charset="-122"/>
                <a:ea typeface="微软雅黑" pitchFamily="34" charset="-122"/>
              </a:rPr>
              <a:t>硫苷：巯基与与半缩醛（酮）羟基脱水缩合</a:t>
            </a:r>
          </a:p>
          <a:p>
            <a:pPr>
              <a:lnSpc>
                <a:spcPts val="5600"/>
              </a:lnSpc>
              <a:buClr>
                <a:srgbClr val="0070C0"/>
              </a:buClr>
              <a:buFont typeface="Wingdings" pitchFamily="2" charset="2"/>
              <a:buChar char="u"/>
            </a:pPr>
            <a:r>
              <a:rPr lang="zh-CN" altLang="en-US" sz="3000" dirty="0">
                <a:latin typeface="微软雅黑" pitchFamily="34" charset="-122"/>
                <a:ea typeface="微软雅黑" pitchFamily="34" charset="-122"/>
              </a:rPr>
              <a:t>氮苷：氨基与半缩醛（酮）羟基脱水缩合</a:t>
            </a:r>
          </a:p>
          <a:p>
            <a:pPr>
              <a:lnSpc>
                <a:spcPts val="5600"/>
              </a:lnSpc>
              <a:buClr>
                <a:srgbClr val="0070C0"/>
              </a:buClr>
              <a:buFont typeface="Wingdings" pitchFamily="2" charset="2"/>
              <a:buChar char="u"/>
            </a:pPr>
            <a:r>
              <a:rPr lang="zh-CN" altLang="en-US" sz="3000" dirty="0">
                <a:latin typeface="微软雅黑" pitchFamily="34" charset="-122"/>
                <a:ea typeface="微软雅黑" pitchFamily="34" charset="-122"/>
              </a:rPr>
              <a:t>碳苷：碳上的氢与半缩醛（酮）羟基脱水</a:t>
            </a:r>
            <a:r>
              <a:rPr lang="zh-CN" altLang="en-US" sz="3000" dirty="0" smtClean="0">
                <a:latin typeface="微软雅黑" pitchFamily="34" charset="-122"/>
                <a:ea typeface="微软雅黑" pitchFamily="34" charset="-122"/>
              </a:rPr>
              <a:t>缩合</a:t>
            </a:r>
            <a:endParaRPr lang="zh-CN" altLang="en-US" sz="3000" dirty="0">
              <a:latin typeface="微软雅黑" pitchFamily="34" charset="-122"/>
              <a:ea typeface="微软雅黑" pitchFamily="34" charset="-122"/>
            </a:endParaRPr>
          </a:p>
        </p:txBody>
      </p:sp>
      <p:sp>
        <p:nvSpPr>
          <p:cNvPr id="5" name="标题 1"/>
          <p:cNvSpPr txBox="1">
            <a:spLocks/>
          </p:cNvSpPr>
          <p:nvPr/>
        </p:nvSpPr>
        <p:spPr>
          <a:xfrm>
            <a:off x="426915" y="203165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ctr" defTabSz="914400" rtl="0" eaLnBrk="1" latinLnBrk="0" hangingPunct="1"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zh-CN" altLang="en-US" b="1" dirty="0" smtClean="0">
                <a:latin typeface="微软雅黑" pitchFamily="34" charset="-122"/>
                <a:ea typeface="微软雅黑" pitchFamily="34" charset="-122"/>
              </a:rPr>
              <a:t>糖苷</a:t>
            </a:r>
            <a:endParaRPr lang="zh-CN" altLang="en-US" b="1" dirty="0">
              <a:latin typeface="微软雅黑" pitchFamily="34" charset="-122"/>
              <a:ea typeface="微软雅黑" pitchFamily="34" charset="-122"/>
            </a:endParaRPr>
          </a:p>
        </p:txBody>
      </p:sp>
      <p:sp>
        <p:nvSpPr>
          <p:cNvPr id="2" name="TextBox 1"/>
          <p:cNvSpPr txBox="1"/>
          <p:nvPr/>
        </p:nvSpPr>
        <p:spPr>
          <a:xfrm>
            <a:off x="1475656" y="5733256"/>
            <a:ext cx="6340197" cy="553998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 sz="3000" dirty="0">
                <a:solidFill>
                  <a:srgbClr val="FF0000"/>
                </a:solidFill>
                <a:latin typeface="微软雅黑" pitchFamily="34" charset="-122"/>
                <a:ea typeface="微软雅黑" pitchFamily="34" charset="-122"/>
              </a:rPr>
              <a:t>糖苷的类型与苷键的稳定性</a:t>
            </a:r>
            <a:r>
              <a:rPr lang="zh-CN" altLang="en-US" sz="3000" dirty="0" smtClean="0">
                <a:solidFill>
                  <a:srgbClr val="FF0000"/>
                </a:solidFill>
                <a:latin typeface="微软雅黑" pitchFamily="34" charset="-122"/>
                <a:ea typeface="微软雅黑" pitchFamily="34" charset="-122"/>
              </a:rPr>
              <a:t>密切相关</a:t>
            </a:r>
            <a:endParaRPr lang="zh-CN" altLang="en-US" sz="3000" dirty="0">
              <a:solidFill>
                <a:srgbClr val="FF0000"/>
              </a:solidFill>
              <a:latin typeface="微软雅黑" pitchFamily="34" charset="-122"/>
              <a:ea typeface="微软雅黑" pitchFamily="34" charset="-122"/>
            </a:endParaRPr>
          </a:p>
        </p:txBody>
      </p:sp>
    </p:spTree>
    <p:extLst>
      <p:ext uri="{BB962C8B-B14F-4D97-AF65-F5344CB8AC3E}">
        <p14:creationId xmlns:p14="http://schemas.microsoft.com/office/powerpoint/2010/main" val="2378946627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Rectangle 7"/>
          <p:cNvSpPr>
            <a:spLocks noChangeArrowheads="1"/>
          </p:cNvSpPr>
          <p:nvPr/>
        </p:nvSpPr>
        <p:spPr bwMode="auto">
          <a:xfrm>
            <a:off x="0" y="0"/>
            <a:ext cx="9144000" cy="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endParaRPr lang="zh-CN" altLang="en-US"/>
          </a:p>
        </p:txBody>
      </p:sp>
      <p:sp>
        <p:nvSpPr>
          <p:cNvPr id="11" name="Rectangle 9"/>
          <p:cNvSpPr>
            <a:spLocks noChangeArrowheads="1"/>
          </p:cNvSpPr>
          <p:nvPr/>
        </p:nvSpPr>
        <p:spPr bwMode="auto">
          <a:xfrm>
            <a:off x="0" y="0"/>
            <a:ext cx="9144000" cy="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endParaRPr lang="zh-CN" altLang="en-US"/>
          </a:p>
        </p:txBody>
      </p:sp>
      <p:graphicFrame>
        <p:nvGraphicFramePr>
          <p:cNvPr id="13" name="对象 12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2925876759"/>
              </p:ext>
            </p:extLst>
          </p:nvPr>
        </p:nvGraphicFramePr>
        <p:xfrm>
          <a:off x="755576" y="476672"/>
          <a:ext cx="3510573" cy="2088232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1818" name="CS ChemDraw Drawing" r:id="rId3" imgW="2091909" imgH="1244700" progId="ChemDraw.Document.6.0">
                  <p:embed/>
                </p:oleObj>
              </mc:Choice>
              <mc:Fallback>
                <p:oleObj name="CS ChemDraw Drawing" r:id="rId3" imgW="2091909" imgH="1244700" progId="ChemDraw.Document.6.0">
                  <p:embed/>
                  <p:pic>
                    <p:nvPicPr>
                      <p:cNvPr id="0" name=""/>
                      <p:cNvPicPr/>
                      <p:nvPr/>
                    </p:nvPicPr>
                    <p:blipFill>
                      <a:blip r:embed="rId4"/>
                      <a:stretch>
                        <a:fillRect/>
                      </a:stretch>
                    </p:blipFill>
                    <p:spPr>
                      <a:xfrm>
                        <a:off x="755576" y="476672"/>
                        <a:ext cx="3510573" cy="2088232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4" name="对象 13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3630200064"/>
              </p:ext>
            </p:extLst>
          </p:nvPr>
        </p:nvGraphicFramePr>
        <p:xfrm>
          <a:off x="4860032" y="404664"/>
          <a:ext cx="2830151" cy="247265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1819" name="CS ChemDraw Drawing" r:id="rId5" imgW="1659427" imgH="1449090" progId="ChemDraw.Document.6.0">
                  <p:embed/>
                </p:oleObj>
              </mc:Choice>
              <mc:Fallback>
                <p:oleObj name="CS ChemDraw Drawing" r:id="rId5" imgW="1659427" imgH="1449090" progId="ChemDraw.Document.6.0">
                  <p:embed/>
                  <p:pic>
                    <p:nvPicPr>
                      <p:cNvPr id="0" name=""/>
                      <p:cNvPicPr/>
                      <p:nvPr/>
                    </p:nvPicPr>
                    <p:blipFill>
                      <a:blip r:embed="rId6"/>
                      <a:stretch>
                        <a:fillRect/>
                      </a:stretch>
                    </p:blipFill>
                    <p:spPr>
                      <a:xfrm>
                        <a:off x="4860032" y="404664"/>
                        <a:ext cx="2830151" cy="2472658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5" name="对象 14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334833458"/>
              </p:ext>
            </p:extLst>
          </p:nvPr>
        </p:nvGraphicFramePr>
        <p:xfrm>
          <a:off x="1043608" y="3356992"/>
          <a:ext cx="2448272" cy="2588451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1820" name="CS ChemDraw Drawing" r:id="rId7" imgW="1608912" imgH="1700460" progId="ChemDraw.Document.6.0">
                  <p:embed/>
                </p:oleObj>
              </mc:Choice>
              <mc:Fallback>
                <p:oleObj name="CS ChemDraw Drawing" r:id="rId7" imgW="1608912" imgH="1700460" progId="ChemDraw.Document.6.0">
                  <p:embed/>
                  <p:pic>
                    <p:nvPicPr>
                      <p:cNvPr id="0" name=""/>
                      <p:cNvPicPr/>
                      <p:nvPr/>
                    </p:nvPicPr>
                    <p:blipFill>
                      <a:blip r:embed="rId8"/>
                      <a:stretch>
                        <a:fillRect/>
                      </a:stretch>
                    </p:blipFill>
                    <p:spPr>
                      <a:xfrm>
                        <a:off x="1043608" y="3356992"/>
                        <a:ext cx="2448272" cy="2588451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6" name="对象 15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539890927"/>
              </p:ext>
            </p:extLst>
          </p:nvPr>
        </p:nvGraphicFramePr>
        <p:xfrm>
          <a:off x="4211960" y="3717032"/>
          <a:ext cx="4427529" cy="216024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1821" name="CS ChemDraw Drawing" r:id="rId9" imgW="2561401" imgH="1249290" progId="ChemDraw.Document.6.0">
                  <p:embed/>
                </p:oleObj>
              </mc:Choice>
              <mc:Fallback>
                <p:oleObj name="CS ChemDraw Drawing" r:id="rId9" imgW="2561401" imgH="1249290" progId="ChemDraw.Document.6.0">
                  <p:embed/>
                  <p:pic>
                    <p:nvPicPr>
                      <p:cNvPr id="0" name=""/>
                      <p:cNvPicPr/>
                      <p:nvPr/>
                    </p:nvPicPr>
                    <p:blipFill>
                      <a:blip r:embed="rId10"/>
                      <a:stretch>
                        <a:fillRect/>
                      </a:stretch>
                    </p:blipFill>
                    <p:spPr>
                      <a:xfrm>
                        <a:off x="4211960" y="3717032"/>
                        <a:ext cx="4427529" cy="2160240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17" name="TextBox 16"/>
          <p:cNvSpPr txBox="1"/>
          <p:nvPr/>
        </p:nvSpPr>
        <p:spPr>
          <a:xfrm>
            <a:off x="3094672" y="6263148"/>
            <a:ext cx="2954655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 sz="2400" dirty="0" smtClean="0">
                <a:solidFill>
                  <a:srgbClr val="FF0000"/>
                </a:solidFill>
                <a:latin typeface="微软雅黑" pitchFamily="34" charset="-122"/>
                <a:ea typeface="微软雅黑" pitchFamily="34" charset="-122"/>
              </a:rPr>
              <a:t>它是属于哪类糖苷？</a:t>
            </a:r>
            <a:endParaRPr lang="zh-CN" altLang="en-US" sz="2400" dirty="0">
              <a:solidFill>
                <a:srgbClr val="FF0000"/>
              </a:solidFill>
              <a:latin typeface="微软雅黑" pitchFamily="34" charset="-122"/>
              <a:ea typeface="微软雅黑" pitchFamily="34" charset="-122"/>
            </a:endParaRPr>
          </a:p>
        </p:txBody>
      </p:sp>
    </p:spTree>
    <p:extLst>
      <p:ext uri="{BB962C8B-B14F-4D97-AF65-F5344CB8AC3E}">
        <p14:creationId xmlns:p14="http://schemas.microsoft.com/office/powerpoint/2010/main" val="4185278376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Rectangle 7"/>
          <p:cNvSpPr>
            <a:spLocks noChangeArrowheads="1"/>
          </p:cNvSpPr>
          <p:nvPr/>
        </p:nvSpPr>
        <p:spPr bwMode="auto">
          <a:xfrm>
            <a:off x="0" y="0"/>
            <a:ext cx="9144000" cy="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endParaRPr lang="zh-CN" altLang="en-US"/>
          </a:p>
        </p:txBody>
      </p:sp>
      <p:sp>
        <p:nvSpPr>
          <p:cNvPr id="11" name="Rectangle 9"/>
          <p:cNvSpPr>
            <a:spLocks noChangeArrowheads="1"/>
          </p:cNvSpPr>
          <p:nvPr/>
        </p:nvSpPr>
        <p:spPr bwMode="auto">
          <a:xfrm>
            <a:off x="0" y="0"/>
            <a:ext cx="9144000" cy="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endParaRPr lang="zh-CN" altLang="en-US"/>
          </a:p>
        </p:txBody>
      </p:sp>
      <p:graphicFrame>
        <p:nvGraphicFramePr>
          <p:cNvPr id="2" name="对象 1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2862350997"/>
              </p:ext>
            </p:extLst>
          </p:nvPr>
        </p:nvGraphicFramePr>
        <p:xfrm>
          <a:off x="1979712" y="0"/>
          <a:ext cx="5400600" cy="317065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7929" name="CS ChemDraw Drawing" r:id="rId3" imgW="3518482" imgH="2064690" progId="ChemDraw.Document.6.0">
                  <p:embed/>
                </p:oleObj>
              </mc:Choice>
              <mc:Fallback>
                <p:oleObj name="CS ChemDraw Drawing" r:id="rId3" imgW="3518482" imgH="2064690" progId="ChemDraw.Document.6.0">
                  <p:embed/>
                  <p:pic>
                    <p:nvPicPr>
                      <p:cNvPr id="0" name=""/>
                      <p:cNvPicPr/>
                      <p:nvPr/>
                    </p:nvPicPr>
                    <p:blipFill>
                      <a:blip r:embed="rId4"/>
                      <a:stretch>
                        <a:fillRect/>
                      </a:stretch>
                    </p:blipFill>
                    <p:spPr>
                      <a:xfrm>
                        <a:off x="1979712" y="0"/>
                        <a:ext cx="5400600" cy="3170658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3" name="对象 2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1267337488"/>
              </p:ext>
            </p:extLst>
          </p:nvPr>
        </p:nvGraphicFramePr>
        <p:xfrm>
          <a:off x="2915816" y="3382828"/>
          <a:ext cx="5852034" cy="288032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7930" name="CS ChemDraw Drawing" r:id="rId5" imgW="3353971" imgH="1651590" progId="ChemDraw.Document.6.0">
                  <p:embed/>
                </p:oleObj>
              </mc:Choice>
              <mc:Fallback>
                <p:oleObj name="CS ChemDraw Drawing" r:id="rId5" imgW="3353971" imgH="1651590" progId="ChemDraw.Document.6.0">
                  <p:embed/>
                  <p:pic>
                    <p:nvPicPr>
                      <p:cNvPr id="0" name=""/>
                      <p:cNvPicPr/>
                      <p:nvPr/>
                    </p:nvPicPr>
                    <p:blipFill>
                      <a:blip r:embed="rId6"/>
                      <a:stretch>
                        <a:fillRect/>
                      </a:stretch>
                    </p:blipFill>
                    <p:spPr>
                      <a:xfrm>
                        <a:off x="2915816" y="3382828"/>
                        <a:ext cx="5852034" cy="2880320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10" name="TextBox 9"/>
          <p:cNvSpPr txBox="1"/>
          <p:nvPr/>
        </p:nvSpPr>
        <p:spPr>
          <a:xfrm>
            <a:off x="3094672" y="6263148"/>
            <a:ext cx="2954655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 sz="2400" dirty="0" smtClean="0">
                <a:solidFill>
                  <a:srgbClr val="FF0000"/>
                </a:solidFill>
                <a:latin typeface="微软雅黑" pitchFamily="34" charset="-122"/>
                <a:ea typeface="微软雅黑" pitchFamily="34" charset="-122"/>
              </a:rPr>
              <a:t>它是属于哪类糖苷？</a:t>
            </a:r>
            <a:endParaRPr lang="zh-CN" altLang="en-US" sz="2400" dirty="0">
              <a:solidFill>
                <a:srgbClr val="FF0000"/>
              </a:solidFill>
              <a:latin typeface="微软雅黑" pitchFamily="34" charset="-122"/>
              <a:ea typeface="微软雅黑" pitchFamily="34" charset="-122"/>
            </a:endParaRPr>
          </a:p>
        </p:txBody>
      </p:sp>
      <p:graphicFrame>
        <p:nvGraphicFramePr>
          <p:cNvPr id="4" name="对象 3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2118405493"/>
              </p:ext>
            </p:extLst>
          </p:nvPr>
        </p:nvGraphicFramePr>
        <p:xfrm>
          <a:off x="107950" y="2924175"/>
          <a:ext cx="4641850" cy="22352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7931" name="CS ChemDraw Drawing" r:id="rId7" imgW="4193814" imgH="2017440" progId="ChemDraw.Document.6.0">
                  <p:embed/>
                </p:oleObj>
              </mc:Choice>
              <mc:Fallback>
                <p:oleObj name="CS ChemDraw Drawing" r:id="rId7" imgW="4193814" imgH="2017440" progId="ChemDraw.Document.6.0">
                  <p:embed/>
                  <p:pic>
                    <p:nvPicPr>
                      <p:cNvPr id="0" name=""/>
                      <p:cNvPicPr/>
                      <p:nvPr/>
                    </p:nvPicPr>
                    <p:blipFill>
                      <a:blip r:embed="rId8"/>
                      <a:stretch>
                        <a:fillRect/>
                      </a:stretch>
                    </p:blipFill>
                    <p:spPr>
                      <a:xfrm>
                        <a:off x="107950" y="2924175"/>
                        <a:ext cx="4641850" cy="2235200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</p:spTree>
    <p:extLst>
      <p:ext uri="{BB962C8B-B14F-4D97-AF65-F5344CB8AC3E}">
        <p14:creationId xmlns:p14="http://schemas.microsoft.com/office/powerpoint/2010/main" val="4114437266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426915" y="1377266"/>
            <a:ext cx="8352928" cy="5292094"/>
          </a:xfrm>
        </p:spPr>
        <p:txBody>
          <a:bodyPr>
            <a:noAutofit/>
          </a:bodyPr>
          <a:lstStyle/>
          <a:p>
            <a:pPr>
              <a:lnSpc>
                <a:spcPts val="5600"/>
              </a:lnSpc>
              <a:buClr>
                <a:srgbClr val="0070C0"/>
              </a:buClr>
              <a:buFont typeface="Wingdings" pitchFamily="2" charset="2"/>
              <a:buChar char="u"/>
            </a:pPr>
            <a:r>
              <a:rPr lang="zh-CN" altLang="en-US" dirty="0" smtClean="0">
                <a:solidFill>
                  <a:srgbClr val="FF0000"/>
                </a:solidFill>
                <a:latin typeface="微软雅黑" pitchFamily="34" charset="-122"/>
                <a:ea typeface="微软雅黑" pitchFamily="34" charset="-122"/>
              </a:rPr>
              <a:t>海洋糖苷</a:t>
            </a:r>
            <a:endParaRPr lang="en-US" altLang="zh-CN" dirty="0" smtClean="0">
              <a:solidFill>
                <a:srgbClr val="FF0000"/>
              </a:solidFill>
              <a:latin typeface="微软雅黑" pitchFamily="34" charset="-122"/>
              <a:ea typeface="微软雅黑" pitchFamily="34" charset="-122"/>
            </a:endParaRPr>
          </a:p>
          <a:p>
            <a:pPr>
              <a:lnSpc>
                <a:spcPts val="5600"/>
              </a:lnSpc>
              <a:buClr>
                <a:srgbClr val="0070C0"/>
              </a:buClr>
              <a:buFont typeface="Wingdings" pitchFamily="2" charset="2"/>
              <a:buChar char="u"/>
            </a:pPr>
            <a:r>
              <a:rPr lang="zh-CN" altLang="en-US" dirty="0" smtClean="0">
                <a:latin typeface="微软雅黑" pitchFamily="34" charset="-122"/>
                <a:ea typeface="微软雅黑" pitchFamily="34" charset="-122"/>
              </a:rPr>
              <a:t>以海绵中发现的具有干扰</a:t>
            </a:r>
            <a:r>
              <a:rPr lang="en-US" altLang="zh-CN" dirty="0" smtClean="0">
                <a:latin typeface="微软雅黑" pitchFamily="34" charset="-122"/>
                <a:ea typeface="微软雅黑" pitchFamily="34" charset="-122"/>
              </a:rPr>
              <a:t>DNA</a:t>
            </a:r>
            <a:r>
              <a:rPr lang="zh-CN" altLang="en-US" dirty="0" smtClean="0">
                <a:latin typeface="微软雅黑" pitchFamily="34" charset="-122"/>
                <a:ea typeface="微软雅黑" pitchFamily="34" charset="-122"/>
              </a:rPr>
              <a:t>合成作用的核苷类成分为先导开发了阿糖胞苷</a:t>
            </a:r>
            <a:r>
              <a:rPr lang="en-US" altLang="zh-CN" dirty="0" err="1"/>
              <a:t>Ara</a:t>
            </a:r>
            <a:r>
              <a:rPr lang="en-US" altLang="zh-CN" dirty="0"/>
              <a:t>-C</a:t>
            </a:r>
            <a:r>
              <a:rPr lang="zh-CN" altLang="en-US" dirty="0" smtClean="0">
                <a:latin typeface="微软雅黑" pitchFamily="34" charset="-122"/>
                <a:ea typeface="微软雅黑" pitchFamily="34" charset="-122"/>
              </a:rPr>
              <a:t>、阿糖腺苷</a:t>
            </a:r>
            <a:r>
              <a:rPr lang="en-US" altLang="zh-CN" dirty="0" err="1" smtClean="0">
                <a:latin typeface="微软雅黑" pitchFamily="34" charset="-122"/>
                <a:ea typeface="微软雅黑" pitchFamily="34" charset="-122"/>
              </a:rPr>
              <a:t>Ara</a:t>
            </a:r>
            <a:r>
              <a:rPr lang="en-US" altLang="zh-CN" dirty="0" smtClean="0">
                <a:latin typeface="微软雅黑" pitchFamily="34" charset="-122"/>
                <a:ea typeface="微软雅黑" pitchFamily="34" charset="-122"/>
              </a:rPr>
              <a:t>-A</a:t>
            </a:r>
            <a:r>
              <a:rPr lang="zh-CN" altLang="en-US" dirty="0" smtClean="0">
                <a:latin typeface="微软雅黑" pitchFamily="34" charset="-122"/>
                <a:ea typeface="微软雅黑" pitchFamily="34" charset="-122"/>
              </a:rPr>
              <a:t>、阿昔洛韦、叠氮嘧啶等药物</a:t>
            </a:r>
            <a:r>
              <a:rPr lang="zh-CN" altLang="en-US" dirty="0" smtClean="0">
                <a:latin typeface="微软雅黑" pitchFamily="34" charset="-122"/>
                <a:ea typeface="微软雅黑" pitchFamily="34" charset="-122"/>
              </a:rPr>
              <a:t>。</a:t>
            </a:r>
            <a:endParaRPr lang="en-US" altLang="zh-CN" dirty="0" smtClean="0">
              <a:latin typeface="微软雅黑" pitchFamily="34" charset="-122"/>
              <a:ea typeface="微软雅黑" pitchFamily="34" charset="-122"/>
            </a:endParaRPr>
          </a:p>
        </p:txBody>
      </p:sp>
      <p:sp>
        <p:nvSpPr>
          <p:cNvPr id="5" name="标题 1"/>
          <p:cNvSpPr txBox="1">
            <a:spLocks/>
          </p:cNvSpPr>
          <p:nvPr/>
        </p:nvSpPr>
        <p:spPr>
          <a:xfrm>
            <a:off x="426915" y="203165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ctr" defTabSz="914400" rtl="0" eaLnBrk="1" latinLnBrk="0" hangingPunct="1"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zh-CN" altLang="en-US" b="1" dirty="0" smtClean="0">
                <a:latin typeface="微软雅黑" pitchFamily="34" charset="-122"/>
                <a:ea typeface="微软雅黑" pitchFamily="34" charset="-122"/>
              </a:rPr>
              <a:t>糖苷</a:t>
            </a:r>
            <a:endParaRPr lang="zh-CN" altLang="en-US" b="1" dirty="0">
              <a:latin typeface="微软雅黑" pitchFamily="34" charset="-122"/>
              <a:ea typeface="微软雅黑" pitchFamily="34" charset="-122"/>
            </a:endParaRPr>
          </a:p>
        </p:txBody>
      </p:sp>
    </p:spTree>
    <p:extLst>
      <p:ext uri="{BB962C8B-B14F-4D97-AF65-F5344CB8AC3E}">
        <p14:creationId xmlns:p14="http://schemas.microsoft.com/office/powerpoint/2010/main" val="4135143489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4" name="对象 3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2299488296"/>
              </p:ext>
            </p:extLst>
          </p:nvPr>
        </p:nvGraphicFramePr>
        <p:xfrm>
          <a:off x="1763688" y="620688"/>
          <a:ext cx="6840760" cy="2444227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9728" name="CS ChemDraw Drawing" r:id="rId3" imgW="4239196" imgH="1514430" progId="ChemDraw.Document.6.0">
                  <p:embed/>
                </p:oleObj>
              </mc:Choice>
              <mc:Fallback>
                <p:oleObj name="CS ChemDraw Drawing" r:id="rId3" imgW="4239196" imgH="1514430" progId="ChemDraw.Document.6.0">
                  <p:embed/>
                  <p:pic>
                    <p:nvPicPr>
                      <p:cNvPr id="0" name=""/>
                      <p:cNvPicPr/>
                      <p:nvPr/>
                    </p:nvPicPr>
                    <p:blipFill>
                      <a:blip r:embed="rId4"/>
                      <a:stretch>
                        <a:fillRect/>
                      </a:stretch>
                    </p:blipFill>
                    <p:spPr>
                      <a:xfrm>
                        <a:off x="1763688" y="620688"/>
                        <a:ext cx="6840760" cy="2444227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6" name="对象 5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2850598980"/>
              </p:ext>
            </p:extLst>
          </p:nvPr>
        </p:nvGraphicFramePr>
        <p:xfrm>
          <a:off x="1979712" y="4005064"/>
          <a:ext cx="6773477" cy="223224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9729" name="CS ChemDraw Drawing" r:id="rId5" imgW="4624946" imgH="1523610" progId="ChemDraw.Document.6.0">
                  <p:embed/>
                </p:oleObj>
              </mc:Choice>
              <mc:Fallback>
                <p:oleObj name="CS ChemDraw Drawing" r:id="rId5" imgW="4624946" imgH="1523610" progId="ChemDraw.Document.6.0">
                  <p:embed/>
                  <p:pic>
                    <p:nvPicPr>
                      <p:cNvPr id="0" name=""/>
                      <p:cNvPicPr/>
                      <p:nvPr/>
                    </p:nvPicPr>
                    <p:blipFill>
                      <a:blip r:embed="rId6"/>
                      <a:stretch>
                        <a:fillRect/>
                      </a:stretch>
                    </p:blipFill>
                    <p:spPr>
                      <a:xfrm>
                        <a:off x="1979712" y="4005064"/>
                        <a:ext cx="6773477" cy="2232248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7" name="TextBox 6"/>
          <p:cNvSpPr txBox="1"/>
          <p:nvPr/>
        </p:nvSpPr>
        <p:spPr>
          <a:xfrm>
            <a:off x="395536" y="1583873"/>
            <a:ext cx="1110006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2400" dirty="0" smtClean="0">
                <a:latin typeface="微软雅黑" pitchFamily="34" charset="-122"/>
                <a:ea typeface="微软雅黑" pitchFamily="34" charset="-122"/>
              </a:rPr>
              <a:t>天然海绵核苷</a:t>
            </a:r>
            <a:endParaRPr lang="zh-CN" altLang="en-US" sz="2400" dirty="0">
              <a:latin typeface="微软雅黑" pitchFamily="34" charset="-122"/>
              <a:ea typeface="微软雅黑" pitchFamily="34" charset="-122"/>
            </a:endParaRPr>
          </a:p>
        </p:txBody>
      </p:sp>
      <p:sp>
        <p:nvSpPr>
          <p:cNvPr id="8" name="TextBox 7"/>
          <p:cNvSpPr txBox="1"/>
          <p:nvPr/>
        </p:nvSpPr>
        <p:spPr>
          <a:xfrm>
            <a:off x="547936" y="5013176"/>
            <a:ext cx="1110006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2400" dirty="0" smtClean="0">
                <a:latin typeface="微软雅黑" pitchFamily="34" charset="-122"/>
                <a:ea typeface="微软雅黑" pitchFamily="34" charset="-122"/>
              </a:rPr>
              <a:t>核苷类药物</a:t>
            </a:r>
            <a:endParaRPr lang="zh-CN" altLang="en-US" sz="2400" dirty="0">
              <a:latin typeface="微软雅黑" pitchFamily="34" charset="-122"/>
              <a:ea typeface="微软雅黑" pitchFamily="34" charset="-122"/>
            </a:endParaRPr>
          </a:p>
        </p:txBody>
      </p:sp>
      <p:sp>
        <p:nvSpPr>
          <p:cNvPr id="9" name="下箭头 8"/>
          <p:cNvSpPr/>
          <p:nvPr/>
        </p:nvSpPr>
        <p:spPr>
          <a:xfrm>
            <a:off x="4644008" y="3284984"/>
            <a:ext cx="936104" cy="504056"/>
          </a:xfrm>
          <a:prstGeom prst="downArrow">
            <a:avLst/>
          </a:prstGeom>
          <a:solidFill>
            <a:schemeClr val="bg2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2" name="TextBox 1"/>
          <p:cNvSpPr txBox="1"/>
          <p:nvPr/>
        </p:nvSpPr>
        <p:spPr>
          <a:xfrm>
            <a:off x="4665149" y="6268670"/>
            <a:ext cx="110799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 dirty="0" smtClean="0"/>
              <a:t>阿糖胞苷</a:t>
            </a:r>
            <a:endParaRPr lang="zh-CN" altLang="en-US" dirty="0"/>
          </a:p>
        </p:txBody>
      </p:sp>
      <p:sp>
        <p:nvSpPr>
          <p:cNvPr id="3" name="TextBox 2"/>
          <p:cNvSpPr txBox="1"/>
          <p:nvPr/>
        </p:nvSpPr>
        <p:spPr>
          <a:xfrm>
            <a:off x="2339752" y="6292177"/>
            <a:ext cx="110799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 dirty="0" smtClean="0"/>
              <a:t>阿糖腺苷</a:t>
            </a:r>
            <a:endParaRPr lang="zh-CN" altLang="en-US" dirty="0"/>
          </a:p>
        </p:txBody>
      </p:sp>
      <p:sp>
        <p:nvSpPr>
          <p:cNvPr id="5" name="TextBox 4"/>
          <p:cNvSpPr txBox="1"/>
          <p:nvPr/>
        </p:nvSpPr>
        <p:spPr>
          <a:xfrm>
            <a:off x="6948264" y="6263149"/>
            <a:ext cx="110799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 dirty="0"/>
              <a:t>叠氮嘧啶</a:t>
            </a:r>
          </a:p>
        </p:txBody>
      </p:sp>
    </p:spTree>
    <p:extLst>
      <p:ext uri="{BB962C8B-B14F-4D97-AF65-F5344CB8AC3E}">
        <p14:creationId xmlns:p14="http://schemas.microsoft.com/office/powerpoint/2010/main" val="4097827787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426915" y="1377266"/>
            <a:ext cx="8352928" cy="2123742"/>
          </a:xfrm>
        </p:spPr>
        <p:txBody>
          <a:bodyPr>
            <a:noAutofit/>
          </a:bodyPr>
          <a:lstStyle/>
          <a:p>
            <a:pPr>
              <a:lnSpc>
                <a:spcPts val="5600"/>
              </a:lnSpc>
              <a:buClr>
                <a:srgbClr val="0070C0"/>
              </a:buClr>
              <a:buFont typeface="Wingdings" pitchFamily="2" charset="2"/>
              <a:buChar char="u"/>
            </a:pPr>
            <a:r>
              <a:rPr lang="zh-CN" altLang="en-US" dirty="0" smtClean="0">
                <a:solidFill>
                  <a:srgbClr val="FF0000"/>
                </a:solidFill>
                <a:latin typeface="微软雅黑" pitchFamily="34" charset="-122"/>
                <a:ea typeface="微软雅黑" pitchFamily="34" charset="-122"/>
              </a:rPr>
              <a:t>海洋糖苷</a:t>
            </a:r>
            <a:endParaRPr lang="en-US" altLang="zh-CN" dirty="0" smtClean="0">
              <a:solidFill>
                <a:srgbClr val="FF0000"/>
              </a:solidFill>
              <a:latin typeface="微软雅黑" pitchFamily="34" charset="-122"/>
              <a:ea typeface="微软雅黑" pitchFamily="34" charset="-122"/>
            </a:endParaRPr>
          </a:p>
          <a:p>
            <a:pPr>
              <a:lnSpc>
                <a:spcPts val="5600"/>
              </a:lnSpc>
              <a:buClr>
                <a:srgbClr val="0070C0"/>
              </a:buClr>
              <a:buFont typeface="Wingdings" pitchFamily="2" charset="2"/>
              <a:buChar char="u"/>
            </a:pPr>
            <a:r>
              <a:rPr lang="zh-CN" altLang="en-US" dirty="0" smtClean="0">
                <a:latin typeface="微软雅黑" pitchFamily="34" charset="-122"/>
                <a:ea typeface="微软雅黑" pitchFamily="34" charset="-122"/>
              </a:rPr>
              <a:t>放线菌、海鞘产生多种吲哚咔唑类糖苷</a:t>
            </a:r>
            <a:endParaRPr lang="en-US" altLang="zh-CN" dirty="0" smtClean="0">
              <a:latin typeface="微软雅黑" pitchFamily="34" charset="-122"/>
              <a:ea typeface="微软雅黑" pitchFamily="34" charset="-122"/>
            </a:endParaRPr>
          </a:p>
        </p:txBody>
      </p:sp>
      <p:sp>
        <p:nvSpPr>
          <p:cNvPr id="5" name="标题 1"/>
          <p:cNvSpPr txBox="1">
            <a:spLocks/>
          </p:cNvSpPr>
          <p:nvPr/>
        </p:nvSpPr>
        <p:spPr>
          <a:xfrm>
            <a:off x="426915" y="203165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ctr" defTabSz="914400" rtl="0" eaLnBrk="1" latinLnBrk="0" hangingPunct="1"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zh-CN" altLang="en-US" b="1" dirty="0" smtClean="0">
                <a:latin typeface="微软雅黑" pitchFamily="34" charset="-122"/>
                <a:ea typeface="微软雅黑" pitchFamily="34" charset="-122"/>
              </a:rPr>
              <a:t>糖苷</a:t>
            </a:r>
            <a:endParaRPr lang="zh-CN" altLang="en-US" b="1" dirty="0">
              <a:latin typeface="微软雅黑" pitchFamily="34" charset="-122"/>
              <a:ea typeface="微软雅黑" pitchFamily="34" charset="-122"/>
            </a:endParaRPr>
          </a:p>
        </p:txBody>
      </p:sp>
    </p:spTree>
    <p:extLst>
      <p:ext uri="{BB962C8B-B14F-4D97-AF65-F5344CB8AC3E}">
        <p14:creationId xmlns:p14="http://schemas.microsoft.com/office/powerpoint/2010/main" val="4003619190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2" name="对象 1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2000377080"/>
              </p:ext>
            </p:extLst>
          </p:nvPr>
        </p:nvGraphicFramePr>
        <p:xfrm>
          <a:off x="1965325" y="125413"/>
          <a:ext cx="5213350" cy="6608762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0738" name="CS ChemDraw Drawing" r:id="rId3" imgW="5213296" imgH="6609060" progId="ChemDraw.Document.6.0">
                  <p:embed/>
                </p:oleObj>
              </mc:Choice>
              <mc:Fallback>
                <p:oleObj name="CS ChemDraw Drawing" r:id="rId3" imgW="5213296" imgH="6609060" progId="ChemDraw.Document.6.0">
                  <p:embed/>
                  <p:pic>
                    <p:nvPicPr>
                      <p:cNvPr id="0" name=""/>
                      <p:cNvPicPr/>
                      <p:nvPr/>
                    </p:nvPicPr>
                    <p:blipFill>
                      <a:blip r:embed="rId4"/>
                      <a:stretch>
                        <a:fillRect/>
                      </a:stretch>
                    </p:blipFill>
                    <p:spPr>
                      <a:xfrm>
                        <a:off x="1965325" y="125413"/>
                        <a:ext cx="5213350" cy="6608762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3" name="矩形 2"/>
          <p:cNvSpPr/>
          <p:nvPr/>
        </p:nvSpPr>
        <p:spPr>
          <a:xfrm>
            <a:off x="6512137" y="5877272"/>
            <a:ext cx="2339102" cy="830997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>
              <a:buClr>
                <a:srgbClr val="0070C0"/>
              </a:buClr>
            </a:pPr>
            <a:r>
              <a:rPr lang="zh-CN" altLang="en-US" sz="2400" dirty="0">
                <a:solidFill>
                  <a:srgbClr val="0000FF"/>
                </a:solidFill>
                <a:latin typeface="微软雅黑" pitchFamily="34" charset="-122"/>
                <a:ea typeface="微软雅黑" pitchFamily="34" charset="-122"/>
              </a:rPr>
              <a:t>星孢菌</a:t>
            </a:r>
            <a:r>
              <a:rPr lang="zh-CN" altLang="en-US" sz="2400" dirty="0" smtClean="0">
                <a:solidFill>
                  <a:srgbClr val="0000FF"/>
                </a:solidFill>
                <a:latin typeface="微软雅黑" pitchFamily="34" charset="-122"/>
                <a:ea typeface="微软雅黑" pitchFamily="34" charset="-122"/>
              </a:rPr>
              <a:t>素类</a:t>
            </a:r>
            <a:endParaRPr lang="en-US" altLang="zh-CN" sz="2400" dirty="0" smtClean="0">
              <a:solidFill>
                <a:srgbClr val="0000FF"/>
              </a:solidFill>
              <a:latin typeface="微软雅黑" pitchFamily="34" charset="-122"/>
              <a:ea typeface="微软雅黑" pitchFamily="34" charset="-122"/>
            </a:endParaRPr>
          </a:p>
          <a:p>
            <a:pPr>
              <a:buClr>
                <a:srgbClr val="0070C0"/>
              </a:buClr>
            </a:pPr>
            <a:r>
              <a:rPr lang="zh-CN" altLang="en-US" sz="2400" dirty="0" smtClean="0">
                <a:latin typeface="微软雅黑" pitchFamily="34" charset="-122"/>
                <a:ea typeface="微软雅黑" pitchFamily="34" charset="-122"/>
              </a:rPr>
              <a:t>吲哚</a:t>
            </a:r>
            <a:r>
              <a:rPr lang="zh-CN" altLang="en-US" sz="2400" dirty="0">
                <a:latin typeface="微软雅黑" pitchFamily="34" charset="-122"/>
                <a:ea typeface="微软雅黑" pitchFamily="34" charset="-122"/>
              </a:rPr>
              <a:t>咔唑类糖苷</a:t>
            </a:r>
            <a:endParaRPr lang="en-US" altLang="zh-CN" sz="2400" dirty="0">
              <a:latin typeface="微软雅黑" pitchFamily="34" charset="-122"/>
              <a:ea typeface="微软雅黑" pitchFamily="34" charset="-122"/>
            </a:endParaRPr>
          </a:p>
        </p:txBody>
      </p:sp>
    </p:spTree>
    <p:extLst>
      <p:ext uri="{BB962C8B-B14F-4D97-AF65-F5344CB8AC3E}">
        <p14:creationId xmlns:p14="http://schemas.microsoft.com/office/powerpoint/2010/main" val="149511368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426915" y="1377266"/>
            <a:ext cx="8352928" cy="2483782"/>
          </a:xfrm>
        </p:spPr>
        <p:txBody>
          <a:bodyPr>
            <a:noAutofit/>
          </a:bodyPr>
          <a:lstStyle/>
          <a:p>
            <a:pPr>
              <a:lnSpc>
                <a:spcPts val="5600"/>
              </a:lnSpc>
              <a:buClr>
                <a:srgbClr val="0070C0"/>
              </a:buClr>
              <a:buFont typeface="Wingdings" pitchFamily="2" charset="2"/>
              <a:buChar char="u"/>
            </a:pPr>
            <a:r>
              <a:rPr lang="zh-CN" altLang="en-US" dirty="0" smtClean="0">
                <a:solidFill>
                  <a:srgbClr val="FF0000"/>
                </a:solidFill>
                <a:latin typeface="微软雅黑" pitchFamily="34" charset="-122"/>
                <a:ea typeface="微软雅黑" pitchFamily="34" charset="-122"/>
              </a:rPr>
              <a:t>海洋糖苷</a:t>
            </a:r>
            <a:endParaRPr lang="en-US" altLang="zh-CN" dirty="0" smtClean="0">
              <a:solidFill>
                <a:srgbClr val="FF0000"/>
              </a:solidFill>
              <a:latin typeface="微软雅黑" pitchFamily="34" charset="-122"/>
              <a:ea typeface="微软雅黑" pitchFamily="34" charset="-122"/>
            </a:endParaRPr>
          </a:p>
          <a:p>
            <a:pPr>
              <a:lnSpc>
                <a:spcPts val="5600"/>
              </a:lnSpc>
              <a:buClr>
                <a:srgbClr val="0070C0"/>
              </a:buClr>
              <a:buFont typeface="Wingdings" pitchFamily="2" charset="2"/>
              <a:buChar char="u"/>
            </a:pPr>
            <a:r>
              <a:rPr lang="zh-CN" altLang="en-US" dirty="0" smtClean="0">
                <a:latin typeface="微软雅黑" pitchFamily="34" charset="-122"/>
                <a:ea typeface="微软雅黑" pitchFamily="34" charset="-122"/>
              </a:rPr>
              <a:t>棘皮动物、腔肠动物及海绵星中发现大量</a:t>
            </a:r>
            <a:r>
              <a:rPr lang="zh-CN" altLang="en-US" dirty="0" smtClean="0">
                <a:solidFill>
                  <a:srgbClr val="0000FF"/>
                </a:solidFill>
                <a:latin typeface="微软雅黑" pitchFamily="34" charset="-122"/>
                <a:ea typeface="微软雅黑" pitchFamily="34" charset="-122"/>
              </a:rPr>
              <a:t>皂苷</a:t>
            </a:r>
            <a:r>
              <a:rPr lang="zh-CN" altLang="en-US" dirty="0" smtClean="0">
                <a:latin typeface="微软雅黑" pitchFamily="34" charset="-122"/>
                <a:ea typeface="微软雅黑" pitchFamily="34" charset="-122"/>
              </a:rPr>
              <a:t>类成分。</a:t>
            </a:r>
            <a:endParaRPr lang="en-US" altLang="zh-CN" dirty="0" smtClean="0">
              <a:latin typeface="微软雅黑" pitchFamily="34" charset="-122"/>
              <a:ea typeface="微软雅黑" pitchFamily="34" charset="-122"/>
            </a:endParaRPr>
          </a:p>
        </p:txBody>
      </p:sp>
      <p:sp>
        <p:nvSpPr>
          <p:cNvPr id="5" name="标题 1"/>
          <p:cNvSpPr txBox="1">
            <a:spLocks/>
          </p:cNvSpPr>
          <p:nvPr/>
        </p:nvSpPr>
        <p:spPr>
          <a:xfrm>
            <a:off x="426915" y="203165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ctr" defTabSz="914400" rtl="0" eaLnBrk="1" latinLnBrk="0" hangingPunct="1"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zh-CN" altLang="en-US" b="1" dirty="0" smtClean="0">
                <a:latin typeface="微软雅黑" pitchFamily="34" charset="-122"/>
                <a:ea typeface="微软雅黑" pitchFamily="34" charset="-122"/>
              </a:rPr>
              <a:t>糖苷</a:t>
            </a:r>
            <a:endParaRPr lang="zh-CN" altLang="en-US" b="1" dirty="0">
              <a:latin typeface="微软雅黑" pitchFamily="34" charset="-122"/>
              <a:ea typeface="微软雅黑" pitchFamily="34" charset="-122"/>
            </a:endParaRPr>
          </a:p>
        </p:txBody>
      </p:sp>
      <p:sp>
        <p:nvSpPr>
          <p:cNvPr id="2" name="TextBox 1"/>
          <p:cNvSpPr txBox="1"/>
          <p:nvPr/>
        </p:nvSpPr>
        <p:spPr>
          <a:xfrm>
            <a:off x="663627" y="4725144"/>
            <a:ext cx="7992888" cy="144655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2200" dirty="0" smtClean="0"/>
              <a:t>*</a:t>
            </a:r>
            <a:r>
              <a:rPr lang="zh-CN" altLang="en-US" sz="2200" b="1" dirty="0" smtClean="0"/>
              <a:t>皂苷</a:t>
            </a:r>
            <a:r>
              <a:rPr lang="en-US" altLang="zh-CN" sz="2200" b="1" dirty="0" err="1" smtClean="0"/>
              <a:t>saponin</a:t>
            </a:r>
            <a:r>
              <a:rPr lang="zh-CN" altLang="en-US" sz="2200" dirty="0" smtClean="0"/>
              <a:t>：苷元</a:t>
            </a:r>
            <a:r>
              <a:rPr lang="zh-CN" altLang="en-US" sz="2200" dirty="0"/>
              <a:t>为三萜</a:t>
            </a:r>
            <a:r>
              <a:rPr lang="zh-CN" altLang="en-US" sz="2200" dirty="0" smtClean="0"/>
              <a:t>或甾体化合物</a:t>
            </a:r>
            <a:r>
              <a:rPr lang="zh-CN" altLang="en-US" sz="2200" dirty="0"/>
              <a:t>的一类糖苷。化学结构中，由于苷元具有不同程度的亲脂性，</a:t>
            </a:r>
            <a:r>
              <a:rPr lang="zh-CN" altLang="en-US" sz="2200" dirty="0" smtClean="0"/>
              <a:t>糖基具有</a:t>
            </a:r>
            <a:r>
              <a:rPr lang="zh-CN" altLang="en-US" sz="2200" dirty="0"/>
              <a:t>较强的亲水性，使</a:t>
            </a:r>
            <a:r>
              <a:rPr lang="zh-CN" altLang="en-US" sz="2200" dirty="0" smtClean="0"/>
              <a:t>皂苷表现出较强的表面活性。像肥皂一样在水中容易发泡，故称为“皂”。</a:t>
            </a:r>
            <a:endParaRPr lang="zh-CN" altLang="en-US" sz="2200" dirty="0"/>
          </a:p>
        </p:txBody>
      </p:sp>
    </p:spTree>
    <p:extLst>
      <p:ext uri="{BB962C8B-B14F-4D97-AF65-F5344CB8AC3E}">
        <p14:creationId xmlns:p14="http://schemas.microsoft.com/office/powerpoint/2010/main" val="163031850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extBox 6"/>
          <p:cNvSpPr txBox="1"/>
          <p:nvPr/>
        </p:nvSpPr>
        <p:spPr>
          <a:xfrm>
            <a:off x="3736369" y="5618700"/>
            <a:ext cx="2160240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2400" dirty="0" smtClean="0">
                <a:latin typeface="微软雅黑" pitchFamily="34" charset="-122"/>
                <a:ea typeface="微软雅黑" pitchFamily="34" charset="-122"/>
              </a:rPr>
              <a:t>海参三萜皂苷</a:t>
            </a:r>
            <a:endParaRPr lang="zh-CN" altLang="en-US" sz="2400" dirty="0">
              <a:latin typeface="微软雅黑" pitchFamily="34" charset="-122"/>
              <a:ea typeface="微软雅黑" pitchFamily="34" charset="-122"/>
            </a:endParaRPr>
          </a:p>
        </p:txBody>
      </p:sp>
      <p:sp>
        <p:nvSpPr>
          <p:cNvPr id="9" name="Rectangle 7"/>
          <p:cNvSpPr>
            <a:spLocks noChangeArrowheads="1"/>
          </p:cNvSpPr>
          <p:nvPr/>
        </p:nvSpPr>
        <p:spPr bwMode="auto">
          <a:xfrm>
            <a:off x="0" y="0"/>
            <a:ext cx="9144000" cy="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endParaRPr lang="zh-CN" altLang="en-US"/>
          </a:p>
        </p:txBody>
      </p:sp>
      <p:sp>
        <p:nvSpPr>
          <p:cNvPr id="11" name="Rectangle 9"/>
          <p:cNvSpPr>
            <a:spLocks noChangeArrowheads="1"/>
          </p:cNvSpPr>
          <p:nvPr/>
        </p:nvSpPr>
        <p:spPr bwMode="auto">
          <a:xfrm>
            <a:off x="0" y="0"/>
            <a:ext cx="9144000" cy="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endParaRPr lang="zh-CN" altLang="en-US"/>
          </a:p>
        </p:txBody>
      </p:sp>
      <p:graphicFrame>
        <p:nvGraphicFramePr>
          <p:cNvPr id="12" name="对象 11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2908351634"/>
              </p:ext>
            </p:extLst>
          </p:nvPr>
        </p:nvGraphicFramePr>
        <p:xfrm>
          <a:off x="268507" y="908720"/>
          <a:ext cx="8606985" cy="450912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6881" name="CS ChemDraw Drawing" r:id="rId3" imgW="5999706" imgH="3206001" progId="ChemDraw.Document.6.0">
                  <p:embed/>
                </p:oleObj>
              </mc:Choice>
              <mc:Fallback>
                <p:oleObj name="CS ChemDraw Drawing" r:id="rId3" imgW="5999706" imgH="3206001" progId="ChemDraw.Document.6.0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4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68507" y="908720"/>
                        <a:ext cx="8606985" cy="4509120"/>
                      </a:xfrm>
                      <a:prstGeom prst="rect">
                        <a:avLst/>
                      </a:prstGeom>
                      <a:noFill/>
                    </p:spPr>
                  </p:pic>
                </p:oleObj>
              </mc:Fallback>
            </mc:AlternateContent>
          </a:graphicData>
        </a:graphic>
      </p:graphicFrame>
    </p:spTree>
    <p:extLst>
      <p:ext uri="{BB962C8B-B14F-4D97-AF65-F5344CB8AC3E}">
        <p14:creationId xmlns:p14="http://schemas.microsoft.com/office/powerpoint/2010/main" val="4273003347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extBox 6"/>
          <p:cNvSpPr txBox="1"/>
          <p:nvPr/>
        </p:nvSpPr>
        <p:spPr>
          <a:xfrm>
            <a:off x="3347864" y="4926203"/>
            <a:ext cx="2160240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2400" dirty="0" smtClean="0">
                <a:latin typeface="微软雅黑" pitchFamily="34" charset="-122"/>
                <a:ea typeface="微软雅黑" pitchFamily="34" charset="-122"/>
              </a:rPr>
              <a:t>海星甾体皂苷</a:t>
            </a:r>
            <a:endParaRPr lang="zh-CN" altLang="en-US" sz="2400" dirty="0">
              <a:latin typeface="微软雅黑" pitchFamily="34" charset="-122"/>
              <a:ea typeface="微软雅黑" pitchFamily="34" charset="-122"/>
            </a:endParaRPr>
          </a:p>
        </p:txBody>
      </p:sp>
      <p:sp>
        <p:nvSpPr>
          <p:cNvPr id="2" name="Rectangle 2"/>
          <p:cNvSpPr>
            <a:spLocks noChangeArrowheads="1"/>
          </p:cNvSpPr>
          <p:nvPr/>
        </p:nvSpPr>
        <p:spPr bwMode="auto">
          <a:xfrm>
            <a:off x="0" y="0"/>
            <a:ext cx="9144000" cy="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endParaRPr lang="zh-CN" altLang="en-US"/>
          </a:p>
        </p:txBody>
      </p:sp>
      <p:graphicFrame>
        <p:nvGraphicFramePr>
          <p:cNvPr id="3" name="对象 2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2653189162"/>
              </p:ext>
            </p:extLst>
          </p:nvPr>
        </p:nvGraphicFramePr>
        <p:xfrm>
          <a:off x="275957" y="1340768"/>
          <a:ext cx="8592086" cy="324036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5858" name="CS ChemDraw Drawing" r:id="rId3" imgW="7458196" imgH="2803800" progId="ChemDraw.Document.6.0">
                  <p:embed/>
                </p:oleObj>
              </mc:Choice>
              <mc:Fallback>
                <p:oleObj name="CS ChemDraw Drawing" r:id="rId3" imgW="7458196" imgH="2803800" progId="ChemDraw.Document.6.0">
                  <p:embed/>
                  <p:pic>
                    <p:nvPicPr>
                      <p:cNvPr id="0" name="Object 1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4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75957" y="1340768"/>
                        <a:ext cx="8592086" cy="3240360"/>
                      </a:xfrm>
                      <a:prstGeom prst="rect">
                        <a:avLst/>
                      </a:prstGeom>
                      <a:noFill/>
                    </p:spPr>
                  </p:pic>
                </p:oleObj>
              </mc:Fallback>
            </mc:AlternateContent>
          </a:graphicData>
        </a:graphic>
      </p:graphicFrame>
    </p:spTree>
    <p:extLst>
      <p:ext uri="{BB962C8B-B14F-4D97-AF65-F5344CB8AC3E}">
        <p14:creationId xmlns:p14="http://schemas.microsoft.com/office/powerpoint/2010/main" val="2100462907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1749" name="Picture 5" descr="https://ars.els-cdn.com/content/image/1-s2.0-S0039128X10003004-fx2.jpg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39552" y="282600"/>
            <a:ext cx="7348460" cy="6264696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7" name="TextBox 6"/>
          <p:cNvSpPr txBox="1"/>
          <p:nvPr/>
        </p:nvSpPr>
        <p:spPr>
          <a:xfrm>
            <a:off x="6531587" y="5387868"/>
            <a:ext cx="2160240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2400" dirty="0" smtClean="0">
                <a:latin typeface="微软雅黑" pitchFamily="34" charset="-122"/>
                <a:ea typeface="微软雅黑" pitchFamily="34" charset="-122"/>
              </a:rPr>
              <a:t>海绵三萜皂苷</a:t>
            </a:r>
            <a:endParaRPr lang="zh-CN" altLang="en-US" sz="2400" dirty="0">
              <a:latin typeface="微软雅黑" pitchFamily="34" charset="-122"/>
              <a:ea typeface="微软雅黑" pitchFamily="34" charset="-122"/>
            </a:endParaRPr>
          </a:p>
        </p:txBody>
      </p:sp>
      <p:sp>
        <p:nvSpPr>
          <p:cNvPr id="8" name="矩形 7"/>
          <p:cNvSpPr/>
          <p:nvPr/>
        </p:nvSpPr>
        <p:spPr>
          <a:xfrm>
            <a:off x="6381512" y="6362630"/>
            <a:ext cx="2762488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altLang="zh-CN" dirty="0"/>
              <a:t>Steroids 76 (2011) 425–454</a:t>
            </a:r>
            <a:endParaRPr lang="zh-CN" altLang="en-US" dirty="0"/>
          </a:p>
        </p:txBody>
      </p:sp>
    </p:spTree>
    <p:extLst>
      <p:ext uri="{BB962C8B-B14F-4D97-AF65-F5344CB8AC3E}">
        <p14:creationId xmlns:p14="http://schemas.microsoft.com/office/powerpoint/2010/main" val="1360720665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426915" y="1377266"/>
            <a:ext cx="8352928" cy="5292094"/>
          </a:xfrm>
        </p:spPr>
        <p:txBody>
          <a:bodyPr>
            <a:noAutofit/>
          </a:bodyPr>
          <a:lstStyle/>
          <a:p>
            <a:pPr>
              <a:lnSpc>
                <a:spcPts val="5600"/>
              </a:lnSpc>
              <a:buClr>
                <a:srgbClr val="0070C0"/>
              </a:buClr>
              <a:buFont typeface="Wingdings" pitchFamily="2" charset="2"/>
              <a:buChar char="u"/>
            </a:pPr>
            <a:r>
              <a:rPr lang="zh-CN" altLang="en-US" dirty="0" smtClean="0">
                <a:solidFill>
                  <a:srgbClr val="FF0000"/>
                </a:solidFill>
                <a:latin typeface="微软雅黑" pitchFamily="34" charset="-122"/>
                <a:ea typeface="微软雅黑" pitchFamily="34" charset="-122"/>
              </a:rPr>
              <a:t>理化性质</a:t>
            </a:r>
            <a:endParaRPr lang="en-US" altLang="zh-CN" dirty="0" smtClean="0">
              <a:solidFill>
                <a:srgbClr val="FF0000"/>
              </a:solidFill>
              <a:latin typeface="微软雅黑" pitchFamily="34" charset="-122"/>
              <a:ea typeface="微软雅黑" pitchFamily="34" charset="-122"/>
            </a:endParaRPr>
          </a:p>
          <a:p>
            <a:pPr>
              <a:lnSpc>
                <a:spcPts val="5600"/>
              </a:lnSpc>
              <a:buClr>
                <a:srgbClr val="0070C0"/>
              </a:buClr>
              <a:buFont typeface="Wingdings" pitchFamily="2" charset="2"/>
              <a:buChar char="u"/>
            </a:pPr>
            <a:r>
              <a:rPr lang="zh-CN" altLang="en-US" dirty="0" smtClean="0">
                <a:latin typeface="微软雅黑" pitchFamily="34" charset="-122"/>
                <a:ea typeface="微软雅黑" pitchFamily="34" charset="-122"/>
              </a:rPr>
              <a:t>苷元成苷后极性增强，大多数海洋动物皂苷类为水溶性；</a:t>
            </a:r>
            <a:endParaRPr lang="en-US" altLang="zh-CN" dirty="0" smtClean="0">
              <a:latin typeface="微软雅黑" pitchFamily="34" charset="-122"/>
              <a:ea typeface="微软雅黑" pitchFamily="34" charset="-122"/>
            </a:endParaRPr>
          </a:p>
          <a:p>
            <a:pPr>
              <a:lnSpc>
                <a:spcPts val="5600"/>
              </a:lnSpc>
              <a:buClr>
                <a:srgbClr val="0070C0"/>
              </a:buClr>
              <a:buFont typeface="Wingdings" pitchFamily="2" charset="2"/>
              <a:buChar char="u"/>
            </a:pPr>
            <a:r>
              <a:rPr lang="zh-CN" altLang="en-US" dirty="0" smtClean="0">
                <a:latin typeface="微软雅黑" pitchFamily="34" charset="-122"/>
                <a:ea typeface="微软雅黑" pitchFamily="34" charset="-122"/>
              </a:rPr>
              <a:t>一般苷键对碱稳定，易被酸催化水解（</a:t>
            </a:r>
            <a:r>
              <a:rPr lang="zh-CN" altLang="en-US" dirty="0" smtClean="0">
                <a:latin typeface="微软雅黑" pitchFamily="34" charset="-122"/>
                <a:ea typeface="微软雅黑" pitchFamily="34" charset="-122"/>
              </a:rPr>
              <a:t>水解稳定性</a:t>
            </a:r>
            <a:r>
              <a:rPr lang="en-US" altLang="zh-CN" dirty="0" smtClean="0">
                <a:latin typeface="微软雅黑" pitchFamily="34" charset="-122"/>
                <a:ea typeface="微软雅黑" pitchFamily="34" charset="-122"/>
              </a:rPr>
              <a:t>C-</a:t>
            </a:r>
            <a:r>
              <a:rPr lang="zh-CN" altLang="en-US" dirty="0" smtClean="0">
                <a:latin typeface="微软雅黑" pitchFamily="34" charset="-122"/>
                <a:ea typeface="微软雅黑" pitchFamily="34" charset="-122"/>
              </a:rPr>
              <a:t>苷</a:t>
            </a:r>
            <a:r>
              <a:rPr lang="en-US" altLang="zh-CN" dirty="0" smtClean="0">
                <a:latin typeface="微软雅黑" pitchFamily="34" charset="-122"/>
                <a:ea typeface="微软雅黑" pitchFamily="34" charset="-122"/>
              </a:rPr>
              <a:t>&gt;O-</a:t>
            </a:r>
            <a:r>
              <a:rPr lang="zh-CN" altLang="en-US" dirty="0" smtClean="0">
                <a:latin typeface="微软雅黑" pitchFamily="34" charset="-122"/>
                <a:ea typeface="微软雅黑" pitchFamily="34" charset="-122"/>
              </a:rPr>
              <a:t>苷</a:t>
            </a:r>
            <a:r>
              <a:rPr lang="en-US" altLang="zh-CN" dirty="0" smtClean="0">
                <a:latin typeface="微软雅黑" pitchFamily="34" charset="-122"/>
                <a:ea typeface="微软雅黑" pitchFamily="34" charset="-122"/>
              </a:rPr>
              <a:t>&gt;S-</a:t>
            </a:r>
            <a:r>
              <a:rPr lang="zh-CN" altLang="en-US" dirty="0" smtClean="0">
                <a:latin typeface="微软雅黑" pitchFamily="34" charset="-122"/>
                <a:ea typeface="微软雅黑" pitchFamily="34" charset="-122"/>
              </a:rPr>
              <a:t>苷</a:t>
            </a:r>
            <a:r>
              <a:rPr lang="en-US" altLang="zh-CN" dirty="0" smtClean="0">
                <a:latin typeface="微软雅黑" pitchFamily="34" charset="-122"/>
                <a:ea typeface="微软雅黑" pitchFamily="34" charset="-122"/>
              </a:rPr>
              <a:t>&gt;N-</a:t>
            </a:r>
            <a:r>
              <a:rPr lang="zh-CN" altLang="en-US" dirty="0" smtClean="0">
                <a:latin typeface="微软雅黑" pitchFamily="34" charset="-122"/>
                <a:ea typeface="微软雅黑" pitchFamily="34" charset="-122"/>
              </a:rPr>
              <a:t>苷）</a:t>
            </a:r>
            <a:endParaRPr lang="en-US" altLang="zh-CN" dirty="0">
              <a:latin typeface="微软雅黑" pitchFamily="34" charset="-122"/>
              <a:ea typeface="微软雅黑" pitchFamily="34" charset="-122"/>
            </a:endParaRPr>
          </a:p>
          <a:p>
            <a:pPr>
              <a:lnSpc>
                <a:spcPts val="5600"/>
              </a:lnSpc>
              <a:buClr>
                <a:srgbClr val="0070C0"/>
              </a:buClr>
              <a:buFont typeface="Wingdings" pitchFamily="2" charset="2"/>
              <a:buChar char="u"/>
            </a:pPr>
            <a:r>
              <a:rPr lang="zh-CN" altLang="en-US" dirty="0" smtClean="0">
                <a:latin typeface="微软雅黑" pitchFamily="34" charset="-122"/>
                <a:ea typeface="微软雅黑" pitchFamily="34" charset="-122"/>
              </a:rPr>
              <a:t>酚苷、酯</a:t>
            </a:r>
            <a:r>
              <a:rPr lang="zh-CN" altLang="en-US" dirty="0" smtClean="0">
                <a:latin typeface="微软雅黑" pitchFamily="34" charset="-122"/>
                <a:ea typeface="微软雅黑" pitchFamily="34" charset="-122"/>
              </a:rPr>
              <a:t>苷也能被</a:t>
            </a:r>
            <a:r>
              <a:rPr lang="zh-CN" altLang="en-US" dirty="0" smtClean="0">
                <a:latin typeface="微软雅黑" pitchFamily="34" charset="-122"/>
                <a:ea typeface="微软雅黑" pitchFamily="34" charset="-122"/>
              </a:rPr>
              <a:t>碱水解</a:t>
            </a:r>
            <a:endParaRPr lang="en-US" altLang="zh-CN" dirty="0" smtClean="0">
              <a:latin typeface="微软雅黑" pitchFamily="34" charset="-122"/>
              <a:ea typeface="微软雅黑" pitchFamily="34" charset="-122"/>
            </a:endParaRPr>
          </a:p>
          <a:p>
            <a:pPr>
              <a:lnSpc>
                <a:spcPts val="5600"/>
              </a:lnSpc>
              <a:buClr>
                <a:srgbClr val="0070C0"/>
              </a:buClr>
              <a:buFont typeface="Wingdings" pitchFamily="2" charset="2"/>
              <a:buChar char="u"/>
            </a:pPr>
            <a:endParaRPr lang="en-US" altLang="zh-CN" dirty="0" smtClean="0">
              <a:latin typeface="微软雅黑" pitchFamily="34" charset="-122"/>
              <a:ea typeface="微软雅黑" pitchFamily="34" charset="-122"/>
            </a:endParaRPr>
          </a:p>
        </p:txBody>
      </p:sp>
      <p:sp>
        <p:nvSpPr>
          <p:cNvPr id="5" name="标题 1"/>
          <p:cNvSpPr txBox="1">
            <a:spLocks/>
          </p:cNvSpPr>
          <p:nvPr/>
        </p:nvSpPr>
        <p:spPr>
          <a:xfrm>
            <a:off x="426915" y="203165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ctr" defTabSz="914400" rtl="0" eaLnBrk="1" latinLnBrk="0" hangingPunct="1"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zh-CN" altLang="en-US" b="1" dirty="0" smtClean="0">
                <a:latin typeface="微软雅黑" pitchFamily="34" charset="-122"/>
                <a:ea typeface="微软雅黑" pitchFamily="34" charset="-122"/>
              </a:rPr>
              <a:t>糖苷</a:t>
            </a:r>
            <a:endParaRPr lang="zh-CN" altLang="en-US" b="1" dirty="0">
              <a:latin typeface="微软雅黑" pitchFamily="34" charset="-122"/>
              <a:ea typeface="微软雅黑" pitchFamily="34" charset="-122"/>
            </a:endParaRPr>
          </a:p>
        </p:txBody>
      </p:sp>
    </p:spTree>
    <p:extLst>
      <p:ext uri="{BB962C8B-B14F-4D97-AF65-F5344CB8AC3E}">
        <p14:creationId xmlns:p14="http://schemas.microsoft.com/office/powerpoint/2010/main" val="4289714183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426915" y="1377266"/>
            <a:ext cx="8352928" cy="5292094"/>
          </a:xfrm>
        </p:spPr>
        <p:txBody>
          <a:bodyPr>
            <a:noAutofit/>
          </a:bodyPr>
          <a:lstStyle/>
          <a:p>
            <a:pPr>
              <a:lnSpc>
                <a:spcPts val="5600"/>
              </a:lnSpc>
              <a:buClr>
                <a:srgbClr val="0070C0"/>
              </a:buClr>
              <a:buFont typeface="Wingdings" pitchFamily="2" charset="2"/>
              <a:buChar char="u"/>
            </a:pPr>
            <a:r>
              <a:rPr lang="en-US" altLang="zh-CN" dirty="0">
                <a:solidFill>
                  <a:srgbClr val="FF0000"/>
                </a:solidFill>
                <a:latin typeface="微软雅黑" pitchFamily="34" charset="-122"/>
                <a:ea typeface="微软雅黑" pitchFamily="34" charset="-122"/>
              </a:rPr>
              <a:t>O-</a:t>
            </a:r>
            <a:r>
              <a:rPr lang="zh-CN" altLang="en-US" dirty="0">
                <a:solidFill>
                  <a:srgbClr val="FF0000"/>
                </a:solidFill>
                <a:latin typeface="微软雅黑" pitchFamily="34" charset="-122"/>
                <a:ea typeface="微软雅黑" pitchFamily="34" charset="-122"/>
              </a:rPr>
              <a:t>糖苷</a:t>
            </a:r>
            <a:r>
              <a:rPr lang="en-US" altLang="zh-CN" dirty="0">
                <a:solidFill>
                  <a:srgbClr val="FF0000"/>
                </a:solidFill>
                <a:latin typeface="微软雅黑" pitchFamily="34" charset="-122"/>
                <a:ea typeface="微软雅黑" pitchFamily="34" charset="-122"/>
              </a:rPr>
              <a:t>NMR</a:t>
            </a:r>
            <a:r>
              <a:rPr lang="zh-CN" altLang="en-US" dirty="0">
                <a:solidFill>
                  <a:srgbClr val="FF0000"/>
                </a:solidFill>
                <a:latin typeface="微软雅黑" pitchFamily="34" charset="-122"/>
                <a:ea typeface="微软雅黑" pitchFamily="34" charset="-122"/>
              </a:rPr>
              <a:t>特点</a:t>
            </a:r>
          </a:p>
          <a:p>
            <a:pPr>
              <a:lnSpc>
                <a:spcPts val="5600"/>
              </a:lnSpc>
              <a:buClr>
                <a:srgbClr val="0070C0"/>
              </a:buClr>
              <a:buFont typeface="Wingdings" pitchFamily="2" charset="2"/>
              <a:buChar char="u"/>
            </a:pPr>
            <a:r>
              <a:rPr lang="zh-CN" altLang="en-US" dirty="0" smtClean="0">
                <a:latin typeface="微软雅黑" pitchFamily="34" charset="-122"/>
                <a:ea typeface="微软雅黑" pitchFamily="34" charset="-122"/>
              </a:rPr>
              <a:t>糖半缩醛（酮）碳称为端基碳</a:t>
            </a:r>
            <a:r>
              <a:rPr lang="zh-CN" altLang="en-US" dirty="0">
                <a:latin typeface="微软雅黑" pitchFamily="34" charset="-122"/>
                <a:ea typeface="微软雅黑" pitchFamily="34" charset="-122"/>
              </a:rPr>
              <a:t>，端基碳信号</a:t>
            </a:r>
            <a:r>
              <a:rPr lang="en-US" altLang="zh-CN" dirty="0">
                <a:latin typeface="微软雅黑" pitchFamily="34" charset="-122"/>
                <a:ea typeface="微软雅黑" pitchFamily="34" charset="-122"/>
              </a:rPr>
              <a:t>δ 95~110</a:t>
            </a:r>
            <a:r>
              <a:rPr lang="zh-CN" altLang="en-US" dirty="0" smtClean="0">
                <a:latin typeface="微软雅黑" pitchFamily="34" charset="-122"/>
                <a:ea typeface="微软雅黑" pitchFamily="34" charset="-122"/>
              </a:rPr>
              <a:t>，端基质子信号</a:t>
            </a:r>
            <a:r>
              <a:rPr lang="en-US" altLang="zh-CN" dirty="0" smtClean="0">
                <a:latin typeface="微软雅黑" pitchFamily="34" charset="-122"/>
                <a:ea typeface="微软雅黑" pitchFamily="34" charset="-122"/>
              </a:rPr>
              <a:t>δ 4.3~6.0</a:t>
            </a:r>
            <a:endParaRPr lang="en-US" altLang="zh-CN" dirty="0">
              <a:latin typeface="微软雅黑" pitchFamily="34" charset="-122"/>
              <a:ea typeface="微软雅黑" pitchFamily="34" charset="-122"/>
            </a:endParaRPr>
          </a:p>
          <a:p>
            <a:pPr>
              <a:lnSpc>
                <a:spcPts val="5600"/>
              </a:lnSpc>
              <a:buClr>
                <a:srgbClr val="0070C0"/>
              </a:buClr>
              <a:buFont typeface="Wingdings" pitchFamily="2" charset="2"/>
              <a:buChar char="u"/>
            </a:pPr>
            <a:r>
              <a:rPr lang="zh-CN" altLang="en-US" dirty="0">
                <a:latin typeface="微软雅黑" pitchFamily="34" charset="-122"/>
                <a:ea typeface="微软雅黑" pitchFamily="34" charset="-122"/>
              </a:rPr>
              <a:t>可根据端</a:t>
            </a:r>
            <a:r>
              <a:rPr lang="zh-CN" altLang="en-US" dirty="0" smtClean="0">
                <a:latin typeface="微软雅黑" pitchFamily="34" charset="-122"/>
                <a:ea typeface="微软雅黑" pitchFamily="34" charset="-122"/>
              </a:rPr>
              <a:t>基质子和</a:t>
            </a:r>
            <a:r>
              <a:rPr lang="zh-CN" altLang="en-US" dirty="0">
                <a:latin typeface="微软雅黑" pitchFamily="34" charset="-122"/>
                <a:ea typeface="微软雅黑" pitchFamily="34" charset="-122"/>
              </a:rPr>
              <a:t>碳信号个数确定</a:t>
            </a:r>
            <a:r>
              <a:rPr lang="zh-CN" altLang="en-US" dirty="0" smtClean="0">
                <a:latin typeface="微软雅黑" pitchFamily="34" charset="-122"/>
                <a:ea typeface="微软雅黑" pitchFamily="34" charset="-122"/>
              </a:rPr>
              <a:t>糖基个数</a:t>
            </a:r>
            <a:endParaRPr lang="en-US" altLang="zh-CN" dirty="0" smtClean="0">
              <a:latin typeface="微软雅黑" pitchFamily="34" charset="-122"/>
              <a:ea typeface="微软雅黑" pitchFamily="34" charset="-122"/>
            </a:endParaRPr>
          </a:p>
          <a:p>
            <a:pPr>
              <a:lnSpc>
                <a:spcPts val="5600"/>
              </a:lnSpc>
              <a:buClr>
                <a:srgbClr val="0070C0"/>
              </a:buClr>
              <a:buFont typeface="Wingdings" pitchFamily="2" charset="2"/>
              <a:buChar char="u"/>
            </a:pPr>
            <a:r>
              <a:rPr lang="zh-CN" altLang="en-US" dirty="0" smtClean="0">
                <a:latin typeface="微软雅黑" pitchFamily="34" charset="-122"/>
                <a:ea typeface="微软雅黑" pitchFamily="34" charset="-122"/>
              </a:rPr>
              <a:t>其他光谱学特征与苷元结构类型有关</a:t>
            </a:r>
            <a:endParaRPr lang="zh-CN" altLang="en-US" dirty="0">
              <a:latin typeface="微软雅黑" pitchFamily="34" charset="-122"/>
              <a:ea typeface="微软雅黑" pitchFamily="34" charset="-122"/>
            </a:endParaRPr>
          </a:p>
        </p:txBody>
      </p:sp>
      <p:sp>
        <p:nvSpPr>
          <p:cNvPr id="5" name="标题 1"/>
          <p:cNvSpPr txBox="1">
            <a:spLocks/>
          </p:cNvSpPr>
          <p:nvPr/>
        </p:nvSpPr>
        <p:spPr>
          <a:xfrm>
            <a:off x="426915" y="203165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ctr" defTabSz="914400" rtl="0" eaLnBrk="1" latinLnBrk="0" hangingPunct="1"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zh-CN" altLang="en-US" b="1" dirty="0" smtClean="0">
                <a:latin typeface="微软雅黑" pitchFamily="34" charset="-122"/>
                <a:ea typeface="微软雅黑" pitchFamily="34" charset="-122"/>
              </a:rPr>
              <a:t>糖苷</a:t>
            </a:r>
            <a:endParaRPr lang="zh-CN" altLang="en-US" b="1" dirty="0">
              <a:latin typeface="微软雅黑" pitchFamily="34" charset="-122"/>
              <a:ea typeface="微软雅黑" pitchFamily="34" charset="-122"/>
            </a:endParaRPr>
          </a:p>
        </p:txBody>
      </p:sp>
    </p:spTree>
    <p:extLst>
      <p:ext uri="{BB962C8B-B14F-4D97-AF65-F5344CB8AC3E}">
        <p14:creationId xmlns:p14="http://schemas.microsoft.com/office/powerpoint/2010/main" val="601651881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theme/theme1.xml><?xml version="1.0" encoding="utf-8"?>
<a:theme xmlns:a="http://schemas.openxmlformats.org/drawingml/2006/main" name="Office 主题​​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Ocean">
  <a:themeElements>
    <a:clrScheme name="Ocean 1">
      <a:dk1>
        <a:srgbClr val="010199"/>
      </a:dk1>
      <a:lt1>
        <a:srgbClr val="FFFFFF"/>
      </a:lt1>
      <a:dk2>
        <a:srgbClr val="000099"/>
      </a:dk2>
      <a:lt2>
        <a:srgbClr val="FFFFFF"/>
      </a:lt2>
      <a:accent1>
        <a:srgbClr val="33CCCC"/>
      </a:accent1>
      <a:accent2>
        <a:srgbClr val="00C600"/>
      </a:accent2>
      <a:accent3>
        <a:srgbClr val="AAAACA"/>
      </a:accent3>
      <a:accent4>
        <a:srgbClr val="DADADA"/>
      </a:accent4>
      <a:accent5>
        <a:srgbClr val="ADE2E2"/>
      </a:accent5>
      <a:accent6>
        <a:srgbClr val="00B300"/>
      </a:accent6>
      <a:hlink>
        <a:srgbClr val="FFCC00"/>
      </a:hlink>
      <a:folHlink>
        <a:srgbClr val="6699FF"/>
      </a:folHlink>
    </a:clrScheme>
    <a:fontScheme name="Ocean">
      <a:majorFont>
        <a:latin typeface="Tahoma"/>
        <a:ea typeface=""/>
        <a:cs typeface=""/>
      </a:majorFont>
      <a:minorFont>
        <a:latin typeface="Tahoma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 bwMode="auto">
        <a:xfrm>
          <a:off x="0" y="0"/>
          <a:ext cx="1" cy="1"/>
        </a:xfrm>
        <a:custGeom>
          <a:avLst/>
          <a:gdLst/>
          <a:ahLst/>
          <a:cxnLst/>
          <a:rect l="0" t="0" r="0" b="0"/>
          <a:pathLst/>
        </a:custGeom>
        <a:solidFill>
          <a:schemeClr val="accent1"/>
        </a:solidFill>
        <a:ln w="9525" cap="flat" cmpd="sng" algn="ctr">
          <a:solidFill>
            <a:schemeClr val="tx1"/>
          </a:solidFill>
          <a:prstDash val="solid"/>
          <a:round/>
          <a:headEnd type="none" w="med" len="med"/>
          <a:tailEnd type="none" w="med" len="med"/>
        </a:ln>
        <a:effectLst/>
      </a:spPr>
      <a:bodyPr vert="horz" wrap="square" lIns="91440" tIns="45720" rIns="91440" bIns="45720" numCol="1" anchor="t" anchorCtr="0" compatLnSpc="1">
        <a:prstTxWarp prst="textNoShape">
          <a:avLst/>
        </a:prstTxWarp>
      </a:bodyPr>
      <a:lstStyle>
        <a:defPPr marL="0" marR="0" indent="0" algn="l" defTabSz="914400" rtl="0" eaLnBrk="0" fontAlgn="base" latinLnBrk="0" hangingPunct="0">
          <a:lnSpc>
            <a:spcPct val="100000"/>
          </a:lnSpc>
          <a:spcBef>
            <a:spcPct val="0"/>
          </a:spcBef>
          <a:spcAft>
            <a:spcPct val="0"/>
          </a:spcAft>
          <a:buClrTx/>
          <a:buSzTx/>
          <a:buFontTx/>
          <a:buNone/>
          <a:tabLst/>
          <a:defRPr kumimoji="0" lang="en-US" sz="1800" b="0" i="0" u="none" strike="noStrike" cap="none" normalizeH="0" baseline="0" smtClean="0">
            <a:ln>
              <a:noFill/>
            </a:ln>
            <a:solidFill>
              <a:schemeClr val="tx1"/>
            </a:solidFill>
            <a:effectLst/>
            <a:latin typeface="Tahoma" pitchFamily="34" charset="0"/>
          </a:defRPr>
        </a:defPPr>
      </a:lstStyle>
    </a:spDef>
    <a:lnDef>
      <a:spPr bwMode="auto">
        <a:xfrm>
          <a:off x="0" y="0"/>
          <a:ext cx="1" cy="1"/>
        </a:xfrm>
        <a:custGeom>
          <a:avLst/>
          <a:gdLst/>
          <a:ahLst/>
          <a:cxnLst/>
          <a:rect l="0" t="0" r="0" b="0"/>
          <a:pathLst/>
        </a:custGeom>
        <a:solidFill>
          <a:schemeClr val="accent1"/>
        </a:solidFill>
        <a:ln w="9525" cap="flat" cmpd="sng" algn="ctr">
          <a:solidFill>
            <a:schemeClr val="tx1"/>
          </a:solidFill>
          <a:prstDash val="solid"/>
          <a:round/>
          <a:headEnd type="none" w="med" len="med"/>
          <a:tailEnd type="none" w="med" len="med"/>
        </a:ln>
        <a:effectLst/>
      </a:spPr>
      <a:bodyPr vert="horz" wrap="square" lIns="91440" tIns="45720" rIns="91440" bIns="45720" numCol="1" anchor="t" anchorCtr="0" compatLnSpc="1">
        <a:prstTxWarp prst="textNoShape">
          <a:avLst/>
        </a:prstTxWarp>
      </a:bodyPr>
      <a:lstStyle>
        <a:defPPr marL="0" marR="0" indent="0" algn="l" defTabSz="914400" rtl="0" eaLnBrk="0" fontAlgn="base" latinLnBrk="0" hangingPunct="0">
          <a:lnSpc>
            <a:spcPct val="100000"/>
          </a:lnSpc>
          <a:spcBef>
            <a:spcPct val="0"/>
          </a:spcBef>
          <a:spcAft>
            <a:spcPct val="0"/>
          </a:spcAft>
          <a:buClrTx/>
          <a:buSzTx/>
          <a:buFontTx/>
          <a:buNone/>
          <a:tabLst/>
          <a:defRPr kumimoji="0" lang="en-US" sz="1800" b="0" i="0" u="none" strike="noStrike" cap="none" normalizeH="0" baseline="0" smtClean="0">
            <a:ln>
              <a:noFill/>
            </a:ln>
            <a:solidFill>
              <a:schemeClr val="tx1"/>
            </a:solidFill>
            <a:effectLst/>
            <a:latin typeface="Tahoma" pitchFamily="34" charset="0"/>
          </a:defRPr>
        </a:defPPr>
      </a:lstStyle>
    </a:lnDef>
  </a:objectDefaults>
  <a:extraClrSchemeLst>
    <a:extraClrScheme>
      <a:clrScheme name="Ocean 1">
        <a:dk1>
          <a:srgbClr val="010199"/>
        </a:dk1>
        <a:lt1>
          <a:srgbClr val="FFFFFF"/>
        </a:lt1>
        <a:dk2>
          <a:srgbClr val="000099"/>
        </a:dk2>
        <a:lt2>
          <a:srgbClr val="FFFFFF"/>
        </a:lt2>
        <a:accent1>
          <a:srgbClr val="33CCCC"/>
        </a:accent1>
        <a:accent2>
          <a:srgbClr val="00C600"/>
        </a:accent2>
        <a:accent3>
          <a:srgbClr val="AAAACA"/>
        </a:accent3>
        <a:accent4>
          <a:srgbClr val="DADADA"/>
        </a:accent4>
        <a:accent5>
          <a:srgbClr val="ADE2E2"/>
        </a:accent5>
        <a:accent6>
          <a:srgbClr val="00B300"/>
        </a:accent6>
        <a:hlink>
          <a:srgbClr val="FFCC00"/>
        </a:hlink>
        <a:folHlink>
          <a:srgbClr val="6699FF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Ocean 2">
        <a:dk1>
          <a:srgbClr val="000066"/>
        </a:dk1>
        <a:lt1>
          <a:srgbClr val="FFFFFF"/>
        </a:lt1>
        <a:dk2>
          <a:srgbClr val="5D93FF"/>
        </a:dk2>
        <a:lt2>
          <a:srgbClr val="FFFFFF"/>
        </a:lt2>
        <a:accent1>
          <a:srgbClr val="6666FF"/>
        </a:accent1>
        <a:accent2>
          <a:srgbClr val="9999FF"/>
        </a:accent2>
        <a:accent3>
          <a:srgbClr val="B6C8FF"/>
        </a:accent3>
        <a:accent4>
          <a:srgbClr val="DADADA"/>
        </a:accent4>
        <a:accent5>
          <a:srgbClr val="B8B8FF"/>
        </a:accent5>
        <a:accent6>
          <a:srgbClr val="8A8AE7"/>
        </a:accent6>
        <a:hlink>
          <a:srgbClr val="FF3300"/>
        </a:hlink>
        <a:folHlink>
          <a:srgbClr val="FF9900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Ocean 3">
        <a:dk1>
          <a:srgbClr val="000000"/>
        </a:dk1>
        <a:lt1>
          <a:srgbClr val="FFFFFF"/>
        </a:lt1>
        <a:dk2>
          <a:srgbClr val="572E88"/>
        </a:dk2>
        <a:lt2>
          <a:srgbClr val="FFFFFF"/>
        </a:lt2>
        <a:accent1>
          <a:srgbClr val="FF6600"/>
        </a:accent1>
        <a:accent2>
          <a:srgbClr val="FFCC00"/>
        </a:accent2>
        <a:accent3>
          <a:srgbClr val="B4ADC3"/>
        </a:accent3>
        <a:accent4>
          <a:srgbClr val="DADADA"/>
        </a:accent4>
        <a:accent5>
          <a:srgbClr val="FFB8AA"/>
        </a:accent5>
        <a:accent6>
          <a:srgbClr val="E7B900"/>
        </a:accent6>
        <a:hlink>
          <a:srgbClr val="33CCCC"/>
        </a:hlink>
        <a:folHlink>
          <a:srgbClr val="36CC64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Ocean 4">
        <a:dk1>
          <a:srgbClr val="003366"/>
        </a:dk1>
        <a:lt1>
          <a:srgbClr val="FFFFFF"/>
        </a:lt1>
        <a:dk2>
          <a:srgbClr val="666699"/>
        </a:dk2>
        <a:lt2>
          <a:srgbClr val="FFFFFF"/>
        </a:lt2>
        <a:accent1>
          <a:srgbClr val="9966FF"/>
        </a:accent1>
        <a:accent2>
          <a:srgbClr val="00CC66"/>
        </a:accent2>
        <a:accent3>
          <a:srgbClr val="B8B8CA"/>
        </a:accent3>
        <a:accent4>
          <a:srgbClr val="DADADA"/>
        </a:accent4>
        <a:accent5>
          <a:srgbClr val="CAB8FF"/>
        </a:accent5>
        <a:accent6>
          <a:srgbClr val="00B95C"/>
        </a:accent6>
        <a:hlink>
          <a:srgbClr val="65C8FF"/>
        </a:hlink>
        <a:folHlink>
          <a:srgbClr val="FFCC99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Ocean 5">
        <a:dk1>
          <a:srgbClr val="000000"/>
        </a:dk1>
        <a:lt1>
          <a:srgbClr val="FFFFFF"/>
        </a:lt1>
        <a:dk2>
          <a:srgbClr val="336600"/>
        </a:dk2>
        <a:lt2>
          <a:srgbClr val="FFFFFF"/>
        </a:lt2>
        <a:accent1>
          <a:srgbClr val="B7C533"/>
        </a:accent1>
        <a:accent2>
          <a:srgbClr val="CCCCFF"/>
        </a:accent2>
        <a:accent3>
          <a:srgbClr val="ADB8AA"/>
        </a:accent3>
        <a:accent4>
          <a:srgbClr val="DADADA"/>
        </a:accent4>
        <a:accent5>
          <a:srgbClr val="D8DFAD"/>
        </a:accent5>
        <a:accent6>
          <a:srgbClr val="B9B9E7"/>
        </a:accent6>
        <a:hlink>
          <a:srgbClr val="FFFFCC"/>
        </a:hlink>
        <a:folHlink>
          <a:srgbClr val="FF9900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Ocean 6">
        <a:dk1>
          <a:srgbClr val="000000"/>
        </a:dk1>
        <a:lt1>
          <a:srgbClr val="FFFFFF"/>
        </a:lt1>
        <a:dk2>
          <a:srgbClr val="006B80"/>
        </a:dk2>
        <a:lt2>
          <a:srgbClr val="C1CB75"/>
        </a:lt2>
        <a:accent1>
          <a:srgbClr val="6F8406"/>
        </a:accent1>
        <a:accent2>
          <a:srgbClr val="D9E288"/>
        </a:accent2>
        <a:accent3>
          <a:srgbClr val="AABAC0"/>
        </a:accent3>
        <a:accent4>
          <a:srgbClr val="DADADA"/>
        </a:accent4>
        <a:accent5>
          <a:srgbClr val="BBC2AA"/>
        </a:accent5>
        <a:accent6>
          <a:srgbClr val="C4CD7B"/>
        </a:accent6>
        <a:hlink>
          <a:srgbClr val="00CC00"/>
        </a:hlink>
        <a:folHlink>
          <a:srgbClr val="C0FF73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Ocean 7">
        <a:dk1>
          <a:srgbClr val="5F5F5F"/>
        </a:dk1>
        <a:lt1>
          <a:srgbClr val="FFFFFF"/>
        </a:lt1>
        <a:dk2>
          <a:srgbClr val="FF6600"/>
        </a:dk2>
        <a:lt2>
          <a:srgbClr val="FFFFFF"/>
        </a:lt2>
        <a:accent1>
          <a:srgbClr val="CC6600"/>
        </a:accent1>
        <a:accent2>
          <a:srgbClr val="FF6600"/>
        </a:accent2>
        <a:accent3>
          <a:srgbClr val="FFB8AA"/>
        </a:accent3>
        <a:accent4>
          <a:srgbClr val="DADADA"/>
        </a:accent4>
        <a:accent5>
          <a:srgbClr val="E2B8AA"/>
        </a:accent5>
        <a:accent6>
          <a:srgbClr val="E75C00"/>
        </a:accent6>
        <a:hlink>
          <a:srgbClr val="FFFF99"/>
        </a:hlink>
        <a:folHlink>
          <a:srgbClr val="FFCC99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Ocean 8">
        <a:dk1>
          <a:srgbClr val="000000"/>
        </a:dk1>
        <a:lt1>
          <a:srgbClr val="FFFFFF"/>
        </a:lt1>
        <a:dk2>
          <a:srgbClr val="FFBA2F"/>
        </a:dk2>
        <a:lt2>
          <a:srgbClr val="A50021"/>
        </a:lt2>
        <a:accent1>
          <a:srgbClr val="FF6600"/>
        </a:accent1>
        <a:accent2>
          <a:srgbClr val="CC6600"/>
        </a:accent2>
        <a:accent3>
          <a:srgbClr val="FFD9AD"/>
        </a:accent3>
        <a:accent4>
          <a:srgbClr val="DADADA"/>
        </a:accent4>
        <a:accent5>
          <a:srgbClr val="FFB8AA"/>
        </a:accent5>
        <a:accent6>
          <a:srgbClr val="B95C00"/>
        </a:accent6>
        <a:hlink>
          <a:srgbClr val="663300"/>
        </a:hlink>
        <a:folHlink>
          <a:srgbClr val="CC9900"/>
        </a:folHlink>
      </a:clrScheme>
      <a:clrMap bg1="dk2" tx1="lt1" bg2="dk1" tx2="lt2" accent1="accent1" accent2="accent2" accent3="accent3" accent4="accent4" accent5="accent5" accent6="accent6" hlink="hlink" folHlink="folHlink"/>
    </a:extraClrScheme>
  </a:extraClrSchemeLst>
</a:theme>
</file>

<file path=ppt/theme/theme3.xml><?xml version="1.0" encoding="utf-8"?>
<a:theme xmlns:a="http://schemas.openxmlformats.org/drawingml/2006/main" name="Office 主题​​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4527</TotalTime>
  <Words>446</Words>
  <Application>Microsoft Office PowerPoint</Application>
  <PresentationFormat>全屏显示(4:3)</PresentationFormat>
  <Paragraphs>71</Paragraphs>
  <Slides>17</Slides>
  <Notes>1</Notes>
  <HiddenSlides>0</HiddenSlides>
  <MMClips>0</MMClips>
  <ScaleCrop>false</ScaleCrop>
  <HeadingPairs>
    <vt:vector size="6" baseType="variant">
      <vt:variant>
        <vt:lpstr>主题</vt:lpstr>
      </vt:variant>
      <vt:variant>
        <vt:i4>2</vt:i4>
      </vt:variant>
      <vt:variant>
        <vt:lpstr>嵌入 OLE 服务器</vt:lpstr>
      </vt:variant>
      <vt:variant>
        <vt:i4>1</vt:i4>
      </vt:variant>
      <vt:variant>
        <vt:lpstr>幻灯片标题</vt:lpstr>
      </vt:variant>
      <vt:variant>
        <vt:i4>17</vt:i4>
      </vt:variant>
    </vt:vector>
  </HeadingPairs>
  <TitlesOfParts>
    <vt:vector size="20" baseType="lpstr">
      <vt:lpstr>Office 主题​​</vt:lpstr>
      <vt:lpstr>Ocean</vt:lpstr>
      <vt:lpstr>CS ChemDraw Drawing</vt:lpstr>
      <vt:lpstr>海洋天然产物化学 Marine Natural Product Chemistry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</vt:vector>
  </TitlesOfParts>
  <Company>ZJUOC</Company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演示文稿</dc:title>
  <dc:creator>DYN</dc:creator>
  <cp:lastModifiedBy>备忘录</cp:lastModifiedBy>
  <cp:revision>257</cp:revision>
  <dcterms:created xsi:type="dcterms:W3CDTF">2015-01-27T02:40:20Z</dcterms:created>
  <dcterms:modified xsi:type="dcterms:W3CDTF">2020-06-29T13:11:50Z</dcterms:modified>
</cp:coreProperties>
</file>