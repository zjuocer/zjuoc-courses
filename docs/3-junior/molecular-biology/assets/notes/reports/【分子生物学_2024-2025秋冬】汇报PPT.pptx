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01015" y="859155"/>
            <a:ext cx="11449050" cy="5102225"/>
          </a:xfrm>
          <a:prstGeom prst="rect">
            <a:avLst/>
          </a:prstGeom>
        </p:spPr>
        <p:txBody>
          <a:bodyPr>
            <a:noAutofit/>
          </a:bodyPr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latin typeface="宋体" panose="02010600030101010101" pitchFamily="2" charset="-122"/>
                <a:ea typeface="宋体" panose="02010600030101010101" pitchFamily="2" charset="-122"/>
              </a:rPr>
              <a:t>操纵子基本概念</a:t>
            </a:r>
            <a:r>
              <a:rPr lang="zh-CN" altLang="en-US" sz="360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zh-CN" altLang="en-US" sz="3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1. 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操纵子通常是细菌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在单个启动子的控制下的一组基因的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DNA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序列。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其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中的基因被转录为一条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mRNA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，具有单个启动子。 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2. 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操纵子内的基因将始终一起表达或都不表达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(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它们的表达模式是关联的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)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3. 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每个操纵子都包含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调节性</a:t>
            </a:r>
            <a:r>
              <a:rPr lang="en-US" altLang="zh-CN" sz="2000" b="1">
                <a:latin typeface="Times New Roman" panose="02020603050405020304"/>
                <a:ea typeface="宋体" panose="02010600030101010101" pitchFamily="2" charset="-122"/>
              </a:rPr>
              <a:t>DNA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序列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，它们是促进或抑制转录的调控蛋白的结合位点。其中调控蛋白通常与小分子结合，从而改变其结合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DNA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的能力，使蛋白具有活性或无活性。 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7" name="图片 6"/>
          <p:cNvPicPr/>
          <p:nvPr/>
        </p:nvPicPr>
        <p:blipFill>
          <a:blip r:embed="rId1"/>
          <a:stretch>
            <a:fillRect/>
          </a:stretch>
        </p:blipFill>
        <p:spPr>
          <a:xfrm>
            <a:off x="4871085" y="4108450"/>
            <a:ext cx="6090920" cy="226949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66921" y="4459128"/>
            <a:ext cx="5080000" cy="1568450"/>
          </a:xfrm>
          <a:prstGeom prst="rect">
            <a:avLst/>
          </a:prstGeom>
        </p:spPr>
        <p:txBody>
          <a:bodyPr>
            <a:spAutoFit/>
          </a:bodyPr>
          <a:p>
            <a:pPr indent="0" algn="just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基本组成：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just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①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启动子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just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②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操纵区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just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③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结构基因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19405" y="315595"/>
            <a:ext cx="10835640" cy="40614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latin typeface="宋体" panose="02010600030101010101" pitchFamily="2" charset="-122"/>
                <a:ea typeface="宋体" panose="02010600030101010101" pitchFamily="2" charset="-122"/>
              </a:rPr>
              <a:t>操纵子的不同种类：</a:t>
            </a:r>
            <a:endParaRPr lang="zh-CN" altLang="en-US" sz="36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36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一些操纵子是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可诱导的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，这意味着它们默认情况下处于关闭状态，但可以通过特定的小分子开启。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一些操纵子是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可抑制的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，这意味着它们默认情况下处于打开状态，但可以被特定的小分子关闭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68605" y="173990"/>
            <a:ext cx="9304655" cy="5347335"/>
          </a:xfrm>
          <a:prstGeom prst="rect">
            <a:avLst/>
          </a:prstGeom>
        </p:spPr>
        <p:txBody>
          <a:bodyPr>
            <a:noAutofit/>
          </a:bodyPr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操纵子对</a:t>
            </a:r>
            <a:r>
              <a:rPr lang="zh-CN" altLang="en-US" sz="3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调控蛋白</a:t>
            </a:r>
            <a:r>
              <a:rPr lang="zh-CN" altLang="en-US" sz="3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的应答</a:t>
            </a:r>
            <a:endParaRPr lang="zh-CN" altLang="en-US" sz="3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除启动子外，操纵子通常还有其它调控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DNA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序列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这些序列是一些可使操纵子的表达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“上调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”或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“下调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 的调控蛋白的结合位点。 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相关的调控蛋白：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1. 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阻遏蛋白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(repressor)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：可与称为操纵区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(operator)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DNA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片段结合调节蛋白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当其与操纵区结合时，操纵子的转录减少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2. 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激活蛋白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(activator)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：当与其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DNA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结合位点结合时，它会增加操纵子的转录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5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605" y="3914775"/>
            <a:ext cx="5602605" cy="25787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37820" y="452755"/>
            <a:ext cx="11516360" cy="6211570"/>
          </a:xfrm>
          <a:prstGeom prst="rect">
            <a:avLst/>
          </a:prstGeom>
        </p:spPr>
        <p:txBody>
          <a:bodyPr>
            <a:noAutofit/>
          </a:bodyPr>
          <a:p>
            <a:pPr marL="0" indent="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根据</a:t>
            </a:r>
            <a:r>
              <a:rPr lang="zh-CN" altLang="en-US" sz="3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操纵子对小分子化合物的应答</a:t>
            </a:r>
            <a:r>
              <a:rPr lang="zh-CN" altLang="en-US" sz="3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，可分为：</a:t>
            </a:r>
            <a:endParaRPr lang="zh-CN" altLang="en-US" sz="3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可诱导</a:t>
            </a:r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(inducible)</a:t>
            </a: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调控</a:t>
            </a:r>
            <a:endParaRPr lang="zh-CN" altLang="en-US" sz="20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可抑制</a:t>
            </a:r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(repressible)</a:t>
            </a: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调控 </a:t>
            </a:r>
            <a:endParaRPr lang="zh-CN" altLang="en-US" sz="20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</a:t>
            </a: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有些操纵子通常是关闭状态，但可通过某些小分子“打开”，称为诱导调控。 该小分子被称为</a:t>
            </a:r>
            <a:r>
              <a:rPr lang="zh-CN" altLang="en-US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诱导物</a:t>
            </a:r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(inducer)</a:t>
            </a: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，操纵子被认为是</a:t>
            </a:r>
            <a:r>
              <a:rPr lang="zh-CN" altLang="en-US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可诱导操纵子</a:t>
            </a: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0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如</a:t>
            </a:r>
            <a:r>
              <a:rPr lang="en-US" altLang="zh-CN" sz="200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: </a:t>
            </a:r>
            <a:r>
              <a:rPr lang="zh-CN" altLang="en-US" sz="200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乳糖操纵子是可诱导型操纵子。当仅存在乳糖时，它才会打开，异构乳糖</a:t>
            </a:r>
            <a:r>
              <a:rPr lang="en-US" altLang="zh-CN" sz="200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(</a:t>
            </a:r>
            <a:r>
              <a:rPr lang="zh-CN" altLang="en-US" sz="200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乳糖的修饰形式</a:t>
            </a:r>
            <a:r>
              <a:rPr lang="en-US" altLang="zh-CN" sz="200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)</a:t>
            </a:r>
            <a:r>
              <a:rPr lang="zh-CN" altLang="en-US" sz="200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就是乳糖操纵子的诱导物分子。 </a:t>
            </a:r>
            <a:endParaRPr lang="zh-CN" altLang="en-US" sz="200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②</a:t>
            </a: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有些操纵子通常是工作状态，但可以被一些分子“关闭”，称为抑制调控。该小分子被称为</a:t>
            </a:r>
            <a:r>
              <a:rPr lang="zh-CN" altLang="en-US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共阻遏物</a:t>
            </a:r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(corepressor)</a:t>
            </a: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，这些操纵子被认为是</a:t>
            </a:r>
            <a:r>
              <a:rPr lang="zh-CN" altLang="en-US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可阻遏操纵子</a:t>
            </a: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0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如</a:t>
            </a:r>
            <a:r>
              <a:rPr lang="en-US" altLang="zh-CN" sz="200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: </a:t>
            </a:r>
            <a:r>
              <a:rPr lang="zh-CN" altLang="en-US" sz="200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色氨酸操纵子是可阻遏型操纵子。 该操纵子默认表达，但是当存在大量色氨酸时可以被抑制；色氨酸是该操纵子的共阻遏物。</a:t>
            </a:r>
            <a:endParaRPr lang="zh-CN" altLang="en-US" sz="200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45" y="2063115"/>
            <a:ext cx="5703570" cy="2539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615" y="2178050"/>
            <a:ext cx="5163185" cy="218694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1840865" y="1132205"/>
            <a:ext cx="166116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诱导调控</a:t>
            </a:r>
            <a:endParaRPr lang="zh-CN" altLang="en-US" sz="20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860030" y="1132205"/>
            <a:ext cx="159448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抑制调控</a:t>
            </a:r>
            <a:endParaRPr lang="zh-CN" altLang="en-US" sz="20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TIyODdmZjY0Zjg0ZWQ3ZmVhZDA3NDFkNTYwZGEwNjY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820</Words>
  <Application>WPS 演示</Application>
  <PresentationFormat>宽屏</PresentationFormat>
  <Paragraphs>35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3" baseType="lpstr">
      <vt:lpstr>Arial</vt:lpstr>
      <vt:lpstr>宋体</vt:lpstr>
      <vt:lpstr>Wingdings</vt:lpstr>
      <vt:lpstr>Arial Unicode MS</vt:lpstr>
      <vt:lpstr>Calibri</vt:lpstr>
      <vt:lpstr>微软雅黑</vt:lpstr>
      <vt:lpstr>Times New Roman</vt:lpstr>
      <vt:lpstr>仿宋</vt:lpstr>
      <vt:lpstr>华文中宋</vt:lpstr>
      <vt:lpstr>华文新魏</vt:lpstr>
      <vt:lpstr>标准粗黑</vt:lpstr>
      <vt:lpstr>华文琥珀</vt:lpstr>
      <vt:lpstr>方正仿宋_GBK</vt:lpstr>
      <vt:lpstr>方正舒体</vt:lpstr>
      <vt:lpstr>等线</vt:lpstr>
      <vt:lpstr>隶书</vt:lpstr>
      <vt:lpstr>楷体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云誓</dc:creator>
  <cp:lastModifiedBy>柯泓宇</cp:lastModifiedBy>
  <cp:revision>4</cp:revision>
  <dcterms:created xsi:type="dcterms:W3CDTF">2023-08-09T12:44:00Z</dcterms:created>
  <dcterms:modified xsi:type="dcterms:W3CDTF">2024-12-26T05:43:59Z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2052-12.1.0.18276</vt:lpwstr>
  </property>
</Properties>
</file>